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5"/>
  </p:notesMasterIdLst>
  <p:sldIdLst>
    <p:sldId id="256" r:id="rId2"/>
    <p:sldId id="287" r:id="rId3"/>
    <p:sldId id="288" r:id="rId4"/>
    <p:sldId id="313" r:id="rId5"/>
    <p:sldId id="312" r:id="rId6"/>
    <p:sldId id="314" r:id="rId7"/>
    <p:sldId id="315" r:id="rId8"/>
    <p:sldId id="316" r:id="rId9"/>
    <p:sldId id="285" r:id="rId10"/>
    <p:sldId id="289" r:id="rId11"/>
    <p:sldId id="290" r:id="rId12"/>
    <p:sldId id="311" r:id="rId13"/>
    <p:sldId id="291" r:id="rId14"/>
    <p:sldId id="292" r:id="rId15"/>
    <p:sldId id="293" r:id="rId16"/>
    <p:sldId id="264" r:id="rId17"/>
    <p:sldId id="294" r:id="rId18"/>
    <p:sldId id="295" r:id="rId19"/>
    <p:sldId id="296" r:id="rId20"/>
    <p:sldId id="303" r:id="rId21"/>
    <p:sldId id="298" r:id="rId22"/>
    <p:sldId id="299" r:id="rId23"/>
    <p:sldId id="300" r:id="rId24"/>
    <p:sldId id="304" r:id="rId25"/>
    <p:sldId id="301" r:id="rId26"/>
    <p:sldId id="302" r:id="rId27"/>
    <p:sldId id="305" r:id="rId28"/>
    <p:sldId id="306" r:id="rId29"/>
    <p:sldId id="308" r:id="rId30"/>
    <p:sldId id="309" r:id="rId31"/>
    <p:sldId id="307" r:id="rId32"/>
    <p:sldId id="310" r:id="rId33"/>
    <p:sldId id="284" r:id="rId34"/>
  </p:sldIdLst>
  <p:sldSz cx="9144000" cy="5143500" type="screen16x9"/>
  <p:notesSz cx="7104063" cy="10234613"/>
  <p:embeddedFontLst>
    <p:embeddedFont>
      <p:font typeface="Inter" charset="0"/>
      <p:regular r:id="rId36"/>
      <p:bold r:id="rId37"/>
      <p:italic r:id="rId38"/>
      <p:boldItalic r:id="rId39"/>
    </p:embeddedFont>
    <p:embeddedFont>
      <p:font typeface="Consolas" pitchFamily="49" charset="0"/>
      <p:regular r:id="rId40"/>
      <p:bold r:id="rId41"/>
      <p:italic r:id="rId42"/>
      <p:boldItalic r:id="rId43"/>
    </p:embeddedFont>
    <p:embeddedFont>
      <p:font typeface="Space Grotesk Medium" charset="0"/>
      <p:regular r:id="rId44"/>
      <p:bold r:id="rId45"/>
    </p:embeddedFont>
    <p:embeddedFont>
      <p:font typeface="Helvetica Neue"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004D"/>
    <a:srgbClr val="FF6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DF0C7AE-1334-419A-946F-E5E88168B178}">
  <a:tblStyle styleId="{ADF0C7AE-1334-419A-946F-E5E88168B17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88983" autoAdjust="0"/>
  </p:normalViewPr>
  <p:slideViewPr>
    <p:cSldViewPr snapToGrid="0">
      <p:cViewPr varScale="1">
        <p:scale>
          <a:sx n="93" d="100"/>
          <a:sy n="93" d="100"/>
        </p:scale>
        <p:origin x="-1171"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47209" y="4861441"/>
            <a:ext cx="5209646" cy="4605576"/>
          </a:xfrm>
          <a:prstGeom prst="rect">
            <a:avLst/>
          </a:prstGeom>
          <a:noFill/>
          <a:ln>
            <a:noFill/>
          </a:ln>
        </p:spPr>
        <p:txBody>
          <a:bodyPr spcFirstLastPara="1" wrap="square" lIns="99059" tIns="99059" rIns="99059" bIns="99059" anchor="t" anchorCtr="0">
            <a:noAutofit/>
          </a:bodyPr>
          <a:lstStyle>
            <a:lvl1pPr marL="457200" marR="0" lvl="0"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9pPr>
          </a:lstStyle>
          <a:p>
            <a:endParaRPr dirty="0"/>
          </a:p>
        </p:txBody>
      </p:sp>
    </p:spTree>
    <p:extLst>
      <p:ext uri="{BB962C8B-B14F-4D97-AF65-F5344CB8AC3E}">
        <p14:creationId xmlns:p14="http://schemas.microsoft.com/office/powerpoint/2010/main" val="290564390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7f24edde6d_0_0: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7f24edde6d_0_0:notes"/>
          <p:cNvSpPr txBox="1">
            <a:spLocks noGrp="1"/>
          </p:cNvSpPr>
          <p:nvPr>
            <p:ph type="body" idx="1"/>
          </p:nvPr>
        </p:nvSpPr>
        <p:spPr>
          <a:xfrm>
            <a:off x="947209" y="4861441"/>
            <a:ext cx="5209646" cy="4605576"/>
          </a:xfrm>
          <a:prstGeom prst="rect">
            <a:avLst/>
          </a:prstGeom>
        </p:spPr>
        <p:txBody>
          <a:bodyPr spcFirstLastPara="1" wrap="square" lIns="99059" tIns="99059" rIns="99059" bIns="99059" anchor="t" anchorCtr="0">
            <a:noAutofit/>
          </a:bodyPr>
          <a:lstStyle/>
          <a:p>
            <a:pPr marL="0" indent="0"/>
            <a:endParaRPr dirty="0">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971da88386_0_206: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971da88386_0_206:notes"/>
          <p:cNvSpPr txBox="1">
            <a:spLocks noGrp="1"/>
          </p:cNvSpPr>
          <p:nvPr>
            <p:ph type="body" idx="1"/>
          </p:nvPr>
        </p:nvSpPr>
        <p:spPr>
          <a:xfrm>
            <a:off x="947209" y="4861441"/>
            <a:ext cx="5209646" cy="4605576"/>
          </a:xfrm>
          <a:prstGeom prst="rect">
            <a:avLst/>
          </a:prstGeom>
        </p:spPr>
        <p:txBody>
          <a:bodyPr spcFirstLastPara="1" wrap="square" lIns="99059" tIns="99059" rIns="99059" bIns="99059" anchor="t" anchorCtr="0">
            <a:noAutofit/>
          </a:bodyPr>
          <a:lstStyle/>
          <a:p>
            <a:pPr marL="0" indent="0"/>
            <a:endParaRPr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971da88386_0_206: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971da88386_0_206:notes"/>
          <p:cNvSpPr txBox="1">
            <a:spLocks noGrp="1"/>
          </p:cNvSpPr>
          <p:nvPr>
            <p:ph type="body" idx="1"/>
          </p:nvPr>
        </p:nvSpPr>
        <p:spPr>
          <a:xfrm>
            <a:off x="947209" y="4861441"/>
            <a:ext cx="5209646" cy="4605576"/>
          </a:xfrm>
          <a:prstGeom prst="rect">
            <a:avLst/>
          </a:prstGeom>
        </p:spPr>
        <p:txBody>
          <a:bodyPr spcFirstLastPara="1" wrap="square" lIns="99059" tIns="99059" rIns="99059" bIns="99059" anchor="t" anchorCtr="0">
            <a:noAutofit/>
          </a:bodyPr>
          <a:lstStyle/>
          <a:p>
            <a:pPr marL="0" indent="0"/>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3305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that this loop repeats </a:t>
            </a:r>
            <a:r>
              <a:rPr lang="en-GB" b="1" dirty="0"/>
              <a:t>three</a:t>
            </a:r>
            <a:r>
              <a:rPr lang="en-GB" dirty="0"/>
              <a:t> times; when count is 0, 1 and 2</a:t>
            </a:r>
          </a:p>
        </p:txBody>
      </p:sp>
    </p:spTree>
    <p:extLst>
      <p:ext uri="{BB962C8B-B14F-4D97-AF65-F5344CB8AC3E}">
        <p14:creationId xmlns:p14="http://schemas.microsoft.com/office/powerpoint/2010/main" val="473710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971da88386_0_65: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971da88386_0_65:notes"/>
          <p:cNvSpPr txBox="1">
            <a:spLocks noGrp="1"/>
          </p:cNvSpPr>
          <p:nvPr>
            <p:ph type="body" idx="1"/>
          </p:nvPr>
        </p:nvSpPr>
        <p:spPr>
          <a:xfrm>
            <a:off x="947209" y="4861441"/>
            <a:ext cx="5209646" cy="4605576"/>
          </a:xfrm>
          <a:prstGeom prst="rect">
            <a:avLst/>
          </a:prstGeom>
        </p:spPr>
        <p:txBody>
          <a:bodyPr spcFirstLastPara="1" wrap="square" lIns="99059" tIns="99059" rIns="99059" bIns="99059" anchor="t" anchorCtr="0">
            <a:noAutofit/>
          </a:bodyPr>
          <a:lstStyle/>
          <a:p>
            <a:pPr marL="0" indent="0"/>
            <a:endParaRPr dirty="0">
              <a:latin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latin typeface="Arial" panose="020B0604020202020204" pitchFamily="34" charset="0"/>
                <a:cs typeface="Arial" panose="020B0604020202020204" pitchFamily="34" charset="0"/>
              </a:rPr>
              <a:t>Instead of using the Boolean, found, pupils might have counted and then checked if the count was equal to zero. That is find but they must also be confident with the use of a Boolean here. </a:t>
            </a:r>
          </a:p>
        </p:txBody>
      </p:sp>
    </p:spTree>
    <p:extLst>
      <p:ext uri="{BB962C8B-B14F-4D97-AF65-F5344CB8AC3E}">
        <p14:creationId xmlns:p14="http://schemas.microsoft.com/office/powerpoint/2010/main" val="1057857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971da88386_0_213:notes"/>
          <p:cNvSpPr>
            <a:spLocks noGrp="1" noRot="1" noChangeAspect="1"/>
          </p:cNvSpPr>
          <p:nvPr>
            <p:ph type="sldImg" idx="2"/>
          </p:nvPr>
        </p:nvSpPr>
        <p:spPr>
          <a:xfrm>
            <a:off x="142875" y="768350"/>
            <a:ext cx="6818313" cy="38369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971da88386_0_213:notes"/>
          <p:cNvSpPr txBox="1">
            <a:spLocks noGrp="1"/>
          </p:cNvSpPr>
          <p:nvPr>
            <p:ph type="body" idx="1"/>
          </p:nvPr>
        </p:nvSpPr>
        <p:spPr>
          <a:xfrm>
            <a:off x="947209" y="4861441"/>
            <a:ext cx="5209646" cy="4605576"/>
          </a:xfrm>
          <a:prstGeom prst="rect">
            <a:avLst/>
          </a:prstGeom>
        </p:spPr>
        <p:txBody>
          <a:bodyPr spcFirstLastPara="1" wrap="square" lIns="99059" tIns="99059" rIns="99059" bIns="99059" anchor="t" anchorCtr="0">
            <a:noAutofit/>
          </a:bodyPr>
          <a:lstStyle/>
          <a:p>
            <a:pPr marL="0" indent="0"/>
            <a:r>
              <a:rPr lang="en-GB" dirty="0">
                <a:latin typeface="Arial" panose="020B0604020202020204" pitchFamily="34" charset="0"/>
                <a:cs typeface="Arial" panose="020B0604020202020204" pitchFamily="34" charset="0"/>
              </a:rPr>
              <a:t>There are several ways of doing this:</a:t>
            </a:r>
          </a:p>
          <a:p>
            <a:pPr marL="371532" indent="-371532">
              <a:buAutoNum type="arabicPeriod"/>
            </a:pPr>
            <a:r>
              <a:rPr lang="en-GB" dirty="0">
                <a:latin typeface="Arial" panose="020B0604020202020204" pitchFamily="34" charset="0"/>
                <a:cs typeface="Arial" panose="020B0604020202020204" pitchFamily="34" charset="0"/>
              </a:rPr>
              <a:t>You could change vowels to “</a:t>
            </a:r>
            <a:r>
              <a:rPr lang="en-GB" dirty="0" err="1">
                <a:latin typeface="Arial" panose="020B0604020202020204" pitchFamily="34" charset="0"/>
                <a:cs typeface="Arial" panose="020B0604020202020204" pitchFamily="34" charset="0"/>
              </a:rPr>
              <a:t>aeiouAEIOU</a:t>
            </a:r>
            <a:r>
              <a:rPr lang="en-GB" dirty="0">
                <a:latin typeface="Arial" panose="020B0604020202020204" pitchFamily="34" charset="0"/>
                <a:cs typeface="Arial" panose="020B0604020202020204" pitchFamily="34" charset="0"/>
              </a:rPr>
              <a:t>”</a:t>
            </a:r>
          </a:p>
          <a:p>
            <a:pPr marL="371532" indent="-371532">
              <a:buAutoNum type="arabicPeriod"/>
            </a:pPr>
            <a:r>
              <a:rPr lang="en-GB" dirty="0">
                <a:latin typeface="Arial" panose="020B0604020202020204" pitchFamily="34" charset="0"/>
                <a:cs typeface="Arial" panose="020B0604020202020204" pitchFamily="34" charset="0"/>
              </a:rPr>
              <a:t>It would be better to change line 5 to:</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if </a:t>
            </a:r>
            <a:r>
              <a:rPr lang="en-GB" dirty="0" err="1">
                <a:latin typeface="Arial" panose="020B0604020202020204" pitchFamily="34" charset="0"/>
                <a:cs typeface="Arial" panose="020B0604020202020204" pitchFamily="34" charset="0"/>
              </a:rPr>
              <a:t>letter.upper</a:t>
            </a:r>
            <a:r>
              <a:rPr lang="en-GB" dirty="0">
                <a:latin typeface="Arial" panose="020B0604020202020204" pitchFamily="34" charset="0"/>
                <a:cs typeface="Arial" panose="020B0604020202020204" pitchFamily="34" charset="0"/>
              </a:rPr>
              <a:t>() == </a:t>
            </a:r>
            <a:r>
              <a:rPr lang="en-GB" dirty="0" err="1">
                <a:latin typeface="Arial" panose="020B0604020202020204" pitchFamily="34" charset="0"/>
                <a:cs typeface="Arial" panose="020B0604020202020204" pitchFamily="34" charset="0"/>
              </a:rPr>
              <a:t>a_vowel.upper</a:t>
            </a:r>
            <a:r>
              <a:rPr lang="en-GB" dirty="0">
                <a:latin typeface="Arial" panose="020B0604020202020204" pitchFamily="34" charset="0"/>
                <a:cs typeface="Arial" panose="020B0604020202020204" pitchFamily="34" charset="0"/>
              </a:rPr>
              <a:t>() OR</a:t>
            </a:r>
          </a:p>
          <a:p>
            <a:pPr marL="371532" indent="-371532" defTabSz="990752">
              <a:buFont typeface="Arial"/>
              <a:buAutoNum type="arabicPeriod"/>
              <a:defRPr/>
            </a:pPr>
            <a:r>
              <a:rPr lang="en-GB" dirty="0">
                <a:latin typeface="Arial" panose="020B0604020202020204" pitchFamily="34" charset="0"/>
                <a:cs typeface="Arial" panose="020B0604020202020204" pitchFamily="34" charset="0"/>
              </a:rPr>
              <a:t>if </a:t>
            </a:r>
            <a:r>
              <a:rPr lang="en-GB" dirty="0" err="1">
                <a:latin typeface="Arial" panose="020B0604020202020204" pitchFamily="34" charset="0"/>
                <a:cs typeface="Arial" panose="020B0604020202020204" pitchFamily="34" charset="0"/>
              </a:rPr>
              <a:t>letter.lower</a:t>
            </a:r>
            <a:r>
              <a:rPr lang="en-GB" dirty="0">
                <a:latin typeface="Arial" panose="020B0604020202020204" pitchFamily="34" charset="0"/>
                <a:cs typeface="Arial" panose="020B0604020202020204" pitchFamily="34" charset="0"/>
              </a:rPr>
              <a:t>() == </a:t>
            </a:r>
            <a:r>
              <a:rPr lang="en-GB" dirty="0" err="1">
                <a:latin typeface="Arial" panose="020B0604020202020204" pitchFamily="34" charset="0"/>
                <a:cs typeface="Arial" panose="020B0604020202020204" pitchFamily="34" charset="0"/>
              </a:rPr>
              <a:t>a_vowel</a:t>
            </a:r>
            <a:r>
              <a:rPr lang="en-GB" dirty="0">
                <a:latin typeface="Arial" panose="020B0604020202020204" pitchFamily="34" charset="0"/>
                <a:cs typeface="Arial" panose="020B0604020202020204" pitchFamily="34" charset="0"/>
              </a:rPr>
              <a:t>. lower()</a:t>
            </a:r>
          </a:p>
          <a:p>
            <a:pPr marL="371532" indent="-371532">
              <a:buAutoNum type="arabicPeriod"/>
            </a:pPr>
            <a:endParaRPr dirty="0">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de for Life">
  <p:cSld name="CUSTOM_7">
    <p:spTree>
      <p:nvGrpSpPr>
        <p:cNvPr id="1" name="Shape 12"/>
        <p:cNvGrpSpPr/>
        <p:nvPr/>
      </p:nvGrpSpPr>
      <p:grpSpPr>
        <a:xfrm>
          <a:off x="0" y="0"/>
          <a:ext cx="0" cy="0"/>
          <a:chOff x="0" y="0"/>
          <a:chExt cx="0" cy="0"/>
        </a:xfrm>
      </p:grpSpPr>
      <p:sp>
        <p:nvSpPr>
          <p:cNvPr id="13" name="Google Shape;13;p2"/>
          <p:cNvSpPr/>
          <p:nvPr/>
        </p:nvSpPr>
        <p:spPr>
          <a:xfrm>
            <a:off x="-25150" y="-31000"/>
            <a:ext cx="9212700" cy="43221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3F3F3"/>
              </a:solidFill>
            </a:endParaRPr>
          </a:p>
        </p:txBody>
      </p:sp>
      <p:sp>
        <p:nvSpPr>
          <p:cNvPr id="14" name="Google Shape;14;p2"/>
          <p:cNvSpPr txBox="1">
            <a:spLocks noGrp="1"/>
          </p:cNvSpPr>
          <p:nvPr>
            <p:ph type="title"/>
          </p:nvPr>
        </p:nvSpPr>
        <p:spPr>
          <a:xfrm>
            <a:off x="326050" y="317100"/>
            <a:ext cx="7392600" cy="499800"/>
          </a:xfrm>
          <a:prstGeom prst="rect">
            <a:avLst/>
          </a:prstGeom>
        </p:spPr>
        <p:txBody>
          <a:bodyPr spcFirstLastPara="1" wrap="square" lIns="59850" tIns="59850" rIns="59850" bIns="59850" anchor="t" anchorCtr="0">
            <a:noAutofit/>
          </a:bodyPr>
          <a:lstStyle>
            <a:lvl1pPr lvl="0">
              <a:spcBef>
                <a:spcPts val="0"/>
              </a:spcBef>
              <a:spcAft>
                <a:spcPts val="0"/>
              </a:spcAft>
              <a:buNone/>
              <a:defRPr>
                <a:latin typeface="Space Grotesk Medium"/>
                <a:ea typeface="Space Grotesk Medium"/>
                <a:cs typeface="Space Grotesk Medium"/>
                <a:sym typeface="Space Grotesk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15" name="Google Shape;15;p2"/>
          <p:cNvSpPr txBox="1">
            <a:spLocks noGrp="1"/>
          </p:cNvSpPr>
          <p:nvPr>
            <p:ph type="title" idx="2"/>
          </p:nvPr>
        </p:nvSpPr>
        <p:spPr>
          <a:xfrm>
            <a:off x="326050" y="980100"/>
            <a:ext cx="6823800" cy="444000"/>
          </a:xfrm>
          <a:prstGeom prst="rect">
            <a:avLst/>
          </a:prstGeom>
          <a:noFill/>
          <a:ln>
            <a:noFill/>
          </a:ln>
        </p:spPr>
        <p:txBody>
          <a:bodyPr spcFirstLastPara="1" wrap="square" lIns="59850" tIns="59850" rIns="59850" bIns="59850" anchor="t" anchorCtr="0">
            <a:noAutofit/>
          </a:bodyPr>
          <a:lstStyle>
            <a:lvl1pPr marL="0" marR="0" lvl="0" indent="0" algn="l" rtl="0">
              <a:lnSpc>
                <a:spcPct val="100000"/>
              </a:lnSpc>
              <a:spcBef>
                <a:spcPts val="0"/>
              </a:spcBef>
              <a:spcAft>
                <a:spcPts val="0"/>
              </a:spcAft>
              <a:buSzPts val="100"/>
              <a:buFont typeface="Inter"/>
              <a:buNone/>
              <a:defRPr sz="1800" i="0" u="none" strike="noStrike" cap="none">
                <a:latin typeface="Arial" panose="020B0604020202020204" pitchFamily="34" charset="0"/>
                <a:ea typeface="Inter"/>
                <a:cs typeface="Arial" panose="020B0604020202020204" pitchFamily="34" charset="0"/>
                <a:sym typeface="Inter"/>
              </a:defRPr>
            </a:lvl1pPr>
            <a:lvl2pPr marL="0" marR="0" lvl="1" indent="889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2pPr>
            <a:lvl3pPr marL="0" marR="0" lvl="2" indent="1778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3pPr>
            <a:lvl4pPr marL="0" marR="0" lvl="3" indent="2540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4pPr>
            <a:lvl5pPr marL="0" marR="0" lvl="4" indent="3429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5pPr>
            <a:lvl6pPr marL="0" marR="0" lvl="5" indent="4318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6pPr>
            <a:lvl7pPr marL="0" marR="0" lvl="6" indent="5207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7pPr>
            <a:lvl8pPr marL="0" marR="0" lvl="7" indent="6096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8pPr>
            <a:lvl9pPr marL="0" marR="0" lvl="8" indent="6985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4">
  <p:cSld name="CUSTOM_4">
    <p:spTree>
      <p:nvGrpSpPr>
        <p:cNvPr id="1" name="Shape 21"/>
        <p:cNvGrpSpPr/>
        <p:nvPr/>
      </p:nvGrpSpPr>
      <p:grpSpPr>
        <a:xfrm>
          <a:off x="0" y="0"/>
          <a:ext cx="0" cy="0"/>
          <a:chOff x="0" y="0"/>
          <a:chExt cx="0" cy="0"/>
        </a:xfrm>
      </p:grpSpPr>
      <p:pic>
        <p:nvPicPr>
          <p:cNvPr id="2" name="Google Shape;14;p30">
            <a:extLst>
              <a:ext uri="{FF2B5EF4-FFF2-40B4-BE49-F238E27FC236}">
                <a16:creationId xmlns="" xmlns:a16="http://schemas.microsoft.com/office/drawing/2014/main" id="{8B11FD10-63A9-573A-3F38-9826C15EF81B}"/>
              </a:ext>
            </a:extLst>
          </p:cNvPr>
          <p:cNvPicPr preferRelativeResize="0"/>
          <p:nvPr userDrawn="1"/>
        </p:nvPicPr>
        <p:blipFill>
          <a:blip r:embed="rId2">
            <a:alphaModFix/>
          </a:blip>
          <a:stretch>
            <a:fillRect/>
          </a:stretch>
        </p:blipFill>
        <p:spPr>
          <a:xfrm>
            <a:off x="-53075" y="-33675"/>
            <a:ext cx="9250150" cy="4326951"/>
          </a:xfrm>
          <a:prstGeom prst="rect">
            <a:avLst/>
          </a:prstGeom>
          <a:solidFill>
            <a:srgbClr val="E0004D"/>
          </a:solidFill>
          <a:ln>
            <a:noFill/>
          </a:ln>
        </p:spPr>
      </p:pic>
      <p:sp>
        <p:nvSpPr>
          <p:cNvPr id="23" name="Google Shape;23;p4"/>
          <p:cNvSpPr txBox="1">
            <a:spLocks noGrp="1"/>
          </p:cNvSpPr>
          <p:nvPr>
            <p:ph type="title"/>
          </p:nvPr>
        </p:nvSpPr>
        <p:spPr>
          <a:xfrm>
            <a:off x="1654559" y="1681225"/>
            <a:ext cx="5853300" cy="756900"/>
          </a:xfrm>
          <a:prstGeom prst="rect">
            <a:avLst/>
          </a:prstGeom>
          <a:noFill/>
          <a:ln>
            <a:noFill/>
          </a:ln>
        </p:spPr>
        <p:txBody>
          <a:bodyPr spcFirstLastPara="1" wrap="square" lIns="59850" tIns="59850" rIns="59850" bIns="59850" anchor="t" anchorCtr="0">
            <a:noAutofit/>
          </a:bodyPr>
          <a:lstStyle>
            <a:lvl1pPr marL="0" marR="0" lvl="0" indent="0" algn="ctr" rtl="0">
              <a:lnSpc>
                <a:spcPct val="100000"/>
              </a:lnSpc>
              <a:spcBef>
                <a:spcPts val="0"/>
              </a:spcBef>
              <a:spcAft>
                <a:spcPts val="0"/>
              </a:spcAft>
              <a:buClr>
                <a:srgbClr val="F3F3F3"/>
              </a:buClr>
              <a:buSzPts val="100"/>
              <a:buFont typeface="Space Grotesk Medium"/>
              <a:buNone/>
              <a:defRPr sz="3100" b="1" i="0" u="none" strike="noStrike" cap="none">
                <a:solidFill>
                  <a:srgbClr val="F3F3F3"/>
                </a:solidFill>
                <a:latin typeface="Space Grotesk Medium"/>
                <a:ea typeface="Space Grotesk Medium"/>
                <a:cs typeface="Space Grotesk Medium"/>
                <a:sym typeface="Space Grotesk Medium"/>
              </a:defRPr>
            </a:lvl1pPr>
            <a:lvl2pPr marL="0" marR="0" lvl="1" indent="889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7pPr>
            <a:lvl8pPr marL="0" marR="0" lvl="7" indent="6096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8pPr>
            <a:lvl9pPr marL="0" marR="0" lvl="8" indent="6985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4 1">
  <p:cSld name="CUSTOM_4_1">
    <p:spTree>
      <p:nvGrpSpPr>
        <p:cNvPr id="1" name="Shape 29"/>
        <p:cNvGrpSpPr/>
        <p:nvPr/>
      </p:nvGrpSpPr>
      <p:grpSpPr>
        <a:xfrm>
          <a:off x="0" y="0"/>
          <a:ext cx="0" cy="0"/>
          <a:chOff x="0" y="0"/>
          <a:chExt cx="0" cy="0"/>
        </a:xfrm>
      </p:grpSpPr>
      <p:sp>
        <p:nvSpPr>
          <p:cNvPr id="2" name="Google Shape;25;p33">
            <a:extLst>
              <a:ext uri="{FF2B5EF4-FFF2-40B4-BE49-F238E27FC236}">
                <a16:creationId xmlns="" xmlns:a16="http://schemas.microsoft.com/office/drawing/2014/main" id="{CA6FE5EA-6956-78A5-9511-0C63FBB0AF0B}"/>
              </a:ext>
            </a:extLst>
          </p:cNvPr>
          <p:cNvSpPr/>
          <p:nvPr userDrawn="1"/>
        </p:nvSpPr>
        <p:spPr>
          <a:xfrm>
            <a:off x="-25150" y="-31000"/>
            <a:ext cx="9212700" cy="43221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6"/>
          <p:cNvSpPr txBox="1">
            <a:spLocks noGrp="1"/>
          </p:cNvSpPr>
          <p:nvPr>
            <p:ph type="title"/>
          </p:nvPr>
        </p:nvSpPr>
        <p:spPr>
          <a:xfrm>
            <a:off x="1654559" y="1681225"/>
            <a:ext cx="5853300" cy="756900"/>
          </a:xfrm>
          <a:prstGeom prst="rect">
            <a:avLst/>
          </a:prstGeom>
          <a:noFill/>
          <a:ln>
            <a:noFill/>
          </a:ln>
        </p:spPr>
        <p:txBody>
          <a:bodyPr spcFirstLastPara="1" wrap="square" lIns="59850" tIns="59850" rIns="59850" bIns="59850" anchor="t" anchorCtr="0">
            <a:noAutofit/>
          </a:bodyPr>
          <a:lstStyle>
            <a:lvl1pPr marL="0" marR="0" lvl="0" indent="0" algn="ctr" rtl="0">
              <a:lnSpc>
                <a:spcPct val="100000"/>
              </a:lnSpc>
              <a:spcBef>
                <a:spcPts val="0"/>
              </a:spcBef>
              <a:spcAft>
                <a:spcPts val="0"/>
              </a:spcAft>
              <a:buClr>
                <a:srgbClr val="F3F3F3"/>
              </a:buClr>
              <a:buSzPts val="100"/>
              <a:buFont typeface="Space Grotesk Medium"/>
              <a:buNone/>
              <a:defRPr sz="2700" i="0" u="none" strike="noStrike" cap="none">
                <a:solidFill>
                  <a:srgbClr val="F3F3F3"/>
                </a:solidFill>
                <a:latin typeface="Space Grotesk Medium"/>
                <a:ea typeface="Space Grotesk Medium"/>
                <a:cs typeface="Space Grotesk Medium"/>
                <a:sym typeface="Space Grotesk Medium"/>
              </a:defRPr>
            </a:lvl1pPr>
            <a:lvl2pPr marL="0" marR="0" lvl="1" indent="889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7pPr>
            <a:lvl8pPr marL="0" marR="0" lvl="7" indent="6096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8pPr>
            <a:lvl9pPr marL="0" marR="0" lvl="8" indent="6985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0"/>
        <p:cNvGrpSpPr/>
        <p:nvPr/>
      </p:nvGrpSpPr>
      <p:grpSpPr>
        <a:xfrm>
          <a:off x="0" y="0"/>
          <a:ext cx="0" cy="0"/>
          <a:chOff x="0" y="0"/>
          <a:chExt cx="0" cy="0"/>
        </a:xfrm>
      </p:grpSpPr>
      <p:sp>
        <p:nvSpPr>
          <p:cNvPr id="41" name="Google Shape;41;p10"/>
          <p:cNvSpPr txBox="1">
            <a:spLocks noGrp="1"/>
          </p:cNvSpPr>
          <p:nvPr>
            <p:ph type="title"/>
          </p:nvPr>
        </p:nvSpPr>
        <p:spPr>
          <a:xfrm>
            <a:off x="311700" y="445025"/>
            <a:ext cx="8520600" cy="572700"/>
          </a:xfrm>
          <a:prstGeom prst="rect">
            <a:avLst/>
          </a:prstGeom>
        </p:spPr>
        <p:txBody>
          <a:bodyPr spcFirstLastPara="1" wrap="square" lIns="59850" tIns="59850" rIns="59850" bIns="59850" anchor="t" anchorCtr="0">
            <a:noAutofit/>
          </a:bodyPr>
          <a:lstStyle>
            <a:lvl1pPr lvl="0" rtl="0">
              <a:spcBef>
                <a:spcPts val="0"/>
              </a:spcBef>
              <a:spcAft>
                <a:spcPts val="0"/>
              </a:spcAft>
              <a:buSzPts val="100"/>
              <a:buNone/>
              <a:defRPr/>
            </a:lvl1pPr>
            <a:lvl2pPr lvl="1" rtl="0">
              <a:spcBef>
                <a:spcPts val="0"/>
              </a:spcBef>
              <a:spcAft>
                <a:spcPts val="0"/>
              </a:spcAft>
              <a:buSzPts val="300"/>
              <a:buNone/>
              <a:defRPr/>
            </a:lvl2pPr>
            <a:lvl3pPr lvl="2" rtl="0">
              <a:spcBef>
                <a:spcPts val="0"/>
              </a:spcBef>
              <a:spcAft>
                <a:spcPts val="0"/>
              </a:spcAft>
              <a:buSzPts val="300"/>
              <a:buNone/>
              <a:defRPr/>
            </a:lvl3pPr>
            <a:lvl4pPr lvl="3" rtl="0">
              <a:spcBef>
                <a:spcPts val="0"/>
              </a:spcBef>
              <a:spcAft>
                <a:spcPts val="0"/>
              </a:spcAft>
              <a:buSzPts val="300"/>
              <a:buNone/>
              <a:defRPr/>
            </a:lvl4pPr>
            <a:lvl5pPr lvl="4" rtl="0">
              <a:spcBef>
                <a:spcPts val="0"/>
              </a:spcBef>
              <a:spcAft>
                <a:spcPts val="0"/>
              </a:spcAft>
              <a:buSzPts val="300"/>
              <a:buNone/>
              <a:defRPr/>
            </a:lvl5pPr>
            <a:lvl6pPr lvl="5" rtl="0">
              <a:spcBef>
                <a:spcPts val="0"/>
              </a:spcBef>
              <a:spcAft>
                <a:spcPts val="0"/>
              </a:spcAft>
              <a:buSzPts val="300"/>
              <a:buNone/>
              <a:defRPr/>
            </a:lvl6pPr>
            <a:lvl7pPr lvl="6" rtl="0">
              <a:spcBef>
                <a:spcPts val="0"/>
              </a:spcBef>
              <a:spcAft>
                <a:spcPts val="0"/>
              </a:spcAft>
              <a:buSzPts val="300"/>
              <a:buNone/>
              <a:defRPr/>
            </a:lvl7pPr>
            <a:lvl8pPr lvl="7" rtl="0">
              <a:spcBef>
                <a:spcPts val="0"/>
              </a:spcBef>
              <a:spcAft>
                <a:spcPts val="0"/>
              </a:spcAft>
              <a:buSzPts val="300"/>
              <a:buNone/>
              <a:defRPr/>
            </a:lvl8pPr>
            <a:lvl9pPr lvl="8" rtl="0">
              <a:spcBef>
                <a:spcPts val="0"/>
              </a:spcBef>
              <a:spcAft>
                <a:spcPts val="0"/>
              </a:spcAft>
              <a:buSzPts val="300"/>
              <a:buNone/>
              <a:defRPr/>
            </a:lvl9pPr>
          </a:lstStyle>
          <a:p>
            <a:endParaRPr/>
          </a:p>
        </p:txBody>
      </p:sp>
      <p:sp>
        <p:nvSpPr>
          <p:cNvPr id="42" name="Google Shape;42;p10"/>
          <p:cNvSpPr txBox="1">
            <a:spLocks noGrp="1"/>
          </p:cNvSpPr>
          <p:nvPr>
            <p:ph type="body" idx="1"/>
          </p:nvPr>
        </p:nvSpPr>
        <p:spPr>
          <a:xfrm>
            <a:off x="311700" y="1152475"/>
            <a:ext cx="8520600" cy="461635"/>
          </a:xfrm>
          <a:prstGeom prst="rect">
            <a:avLst/>
          </a:prstGeom>
        </p:spPr>
        <p:txBody>
          <a:bodyPr spcFirstLastPara="1" wrap="square" lIns="91425" tIns="91425" rIns="91425" bIns="91425" anchor="t" anchorCtr="0">
            <a:spAutoFit/>
          </a:bodyPr>
          <a:lstStyle>
            <a:lvl1pPr marL="457200" lvl="0" indent="-330200" rtl="0">
              <a:spcBef>
                <a:spcPts val="0"/>
              </a:spcBef>
              <a:spcAft>
                <a:spcPts val="0"/>
              </a:spcAft>
              <a:buSzPts val="1600"/>
              <a:buChar char="●"/>
              <a:defRPr sz="1800">
                <a:latin typeface="Arial" panose="020B0604020202020204" pitchFamily="34" charset="0"/>
                <a:ea typeface="Inter" panose="020B0604020202020204" charset="0"/>
              </a:defRPr>
            </a:lvl1pPr>
            <a:lvl2pPr marL="914400" lvl="1" indent="-330200" rtl="0">
              <a:spcBef>
                <a:spcPts val="1000"/>
              </a:spcBef>
              <a:spcAft>
                <a:spcPts val="0"/>
              </a:spcAft>
              <a:buSzPts val="1600"/>
              <a:buChar char="○"/>
              <a:defRPr/>
            </a:lvl2pPr>
            <a:lvl3pPr marL="1371600" lvl="2" indent="-330200" rtl="0">
              <a:spcBef>
                <a:spcPts val="1000"/>
              </a:spcBef>
              <a:spcAft>
                <a:spcPts val="0"/>
              </a:spcAft>
              <a:buSzPts val="1600"/>
              <a:buChar char="■"/>
              <a:defRPr/>
            </a:lvl3pPr>
            <a:lvl4pPr marL="1828800" lvl="3" indent="-330200" rtl="0">
              <a:spcBef>
                <a:spcPts val="1000"/>
              </a:spcBef>
              <a:spcAft>
                <a:spcPts val="0"/>
              </a:spcAft>
              <a:buSzPts val="1600"/>
              <a:buChar char="●"/>
              <a:defRPr/>
            </a:lvl4pPr>
            <a:lvl5pPr marL="2286000" lvl="4" indent="-330200" rtl="0">
              <a:spcBef>
                <a:spcPts val="1000"/>
              </a:spcBef>
              <a:spcAft>
                <a:spcPts val="0"/>
              </a:spcAft>
              <a:buSzPts val="1600"/>
              <a:buChar char="○"/>
              <a:defRPr/>
            </a:lvl5pPr>
            <a:lvl6pPr marL="2743200" lvl="5" indent="-330200" rtl="0">
              <a:spcBef>
                <a:spcPts val="1000"/>
              </a:spcBef>
              <a:spcAft>
                <a:spcPts val="0"/>
              </a:spcAft>
              <a:buSzPts val="1600"/>
              <a:buChar char="■"/>
              <a:defRPr/>
            </a:lvl6pPr>
            <a:lvl7pPr marL="3200400" lvl="6" indent="-330200" rtl="0">
              <a:spcBef>
                <a:spcPts val="1000"/>
              </a:spcBef>
              <a:spcAft>
                <a:spcPts val="0"/>
              </a:spcAft>
              <a:buSzPts val="1600"/>
              <a:buChar char="●"/>
              <a:defRPr/>
            </a:lvl7pPr>
            <a:lvl8pPr marL="3657600" lvl="7" indent="-330200" rtl="0">
              <a:spcBef>
                <a:spcPts val="1000"/>
              </a:spcBef>
              <a:spcAft>
                <a:spcPts val="0"/>
              </a:spcAft>
              <a:buSzPts val="1600"/>
              <a:buChar char="○"/>
              <a:defRPr/>
            </a:lvl8pPr>
            <a:lvl9pPr marL="4114800" lvl="8" indent="-330200" rtl="0">
              <a:spcBef>
                <a:spcPts val="1000"/>
              </a:spcBef>
              <a:spcAft>
                <a:spcPts val="1000"/>
              </a:spcAft>
              <a:buSzPts val="1600"/>
              <a:buChar char="■"/>
              <a:defRPr/>
            </a:lvl9pPr>
          </a:lstStyle>
          <a:p>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p:nvPr/>
        </p:nvSpPr>
        <p:spPr>
          <a:xfrm>
            <a:off x="-25150" y="-31000"/>
            <a:ext cx="9212700" cy="43221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3F3F3"/>
              </a:solidFill>
            </a:endParaRPr>
          </a:p>
        </p:txBody>
      </p:sp>
      <p:sp>
        <p:nvSpPr>
          <p:cNvPr id="7" name="Google Shape;7;p1"/>
          <p:cNvSpPr txBox="1">
            <a:spLocks noGrp="1"/>
          </p:cNvSpPr>
          <p:nvPr>
            <p:ph type="title"/>
          </p:nvPr>
        </p:nvSpPr>
        <p:spPr>
          <a:xfrm>
            <a:off x="326059" y="317100"/>
            <a:ext cx="5853300" cy="756900"/>
          </a:xfrm>
          <a:prstGeom prst="rect">
            <a:avLst/>
          </a:prstGeom>
          <a:noFill/>
          <a:ln>
            <a:noFill/>
          </a:ln>
        </p:spPr>
        <p:txBody>
          <a:bodyPr spcFirstLastPara="1" wrap="square" lIns="59850" tIns="59850" rIns="59850" bIns="59850" anchor="t" anchorCtr="0">
            <a:noAutofit/>
          </a:bodyPr>
          <a:lstStyle>
            <a:lvl1pPr marL="0" marR="0" lvl="0" indent="0" algn="l" rtl="0">
              <a:lnSpc>
                <a:spcPct val="100000"/>
              </a:lnSpc>
              <a:spcBef>
                <a:spcPts val="0"/>
              </a:spcBef>
              <a:spcAft>
                <a:spcPts val="0"/>
              </a:spcAft>
              <a:buClr>
                <a:srgbClr val="383B3B"/>
              </a:buClr>
              <a:buSzPts val="100"/>
              <a:buFont typeface="Space Grotesk Medium"/>
              <a:buNone/>
              <a:defRPr sz="2700" i="0" u="none" strike="noStrike" cap="none">
                <a:solidFill>
                  <a:srgbClr val="383B3B"/>
                </a:solidFill>
                <a:latin typeface="Space Grotesk Medium"/>
                <a:ea typeface="Space Grotesk Medium"/>
                <a:cs typeface="Space Grotesk Medium"/>
                <a:sym typeface="Space Grotesk Medium"/>
              </a:defRPr>
            </a:lvl1pPr>
            <a:lvl2pPr marL="0" marR="0" lvl="1" indent="889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2pPr>
            <a:lvl3pPr marL="0" marR="0" lvl="2" indent="1778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3pPr>
            <a:lvl4pPr marL="0" marR="0" lvl="3" indent="2540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4pPr>
            <a:lvl5pPr marL="0" marR="0" lvl="4" indent="3429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5pPr>
            <a:lvl6pPr marL="0" marR="0" lvl="5" indent="4318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6pPr>
            <a:lvl7pPr marL="0" marR="0" lvl="6" indent="5207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7pPr>
            <a:lvl8pPr marL="0" marR="0" lvl="7" indent="6096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8pPr>
            <a:lvl9pPr marL="0" marR="0" lvl="8" indent="6985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9pPr>
          </a:lstStyle>
          <a:p>
            <a:endParaRPr/>
          </a:p>
        </p:txBody>
      </p:sp>
      <p:sp>
        <p:nvSpPr>
          <p:cNvPr id="8" name="Google Shape;8;p1"/>
          <p:cNvSpPr txBox="1">
            <a:spLocks noGrp="1"/>
          </p:cNvSpPr>
          <p:nvPr>
            <p:ph type="title" idx="2"/>
          </p:nvPr>
        </p:nvSpPr>
        <p:spPr>
          <a:xfrm>
            <a:off x="326050" y="980100"/>
            <a:ext cx="6823800" cy="504000"/>
          </a:xfrm>
          <a:prstGeom prst="rect">
            <a:avLst/>
          </a:prstGeom>
          <a:noFill/>
          <a:ln>
            <a:noFill/>
          </a:ln>
        </p:spPr>
        <p:txBody>
          <a:bodyPr spcFirstLastPara="1" wrap="square" lIns="59850" tIns="59850" rIns="59850" bIns="59850" anchor="t" anchorCtr="0">
            <a:noAutofit/>
          </a:bodyPr>
          <a:lstStyle>
            <a:lvl1pPr marL="0" marR="0" lvl="0" indent="-6350" algn="l" rtl="0">
              <a:lnSpc>
                <a:spcPct val="100000"/>
              </a:lnSpc>
              <a:spcBef>
                <a:spcPts val="0"/>
              </a:spcBef>
              <a:spcAft>
                <a:spcPts val="0"/>
              </a:spcAft>
              <a:buClr>
                <a:srgbClr val="626262"/>
              </a:buClr>
              <a:buSzPts val="100"/>
              <a:buFont typeface="Inter"/>
              <a:buChar char="●"/>
              <a:defRPr sz="2000" i="0" u="none" strike="noStrike" cap="none">
                <a:solidFill>
                  <a:srgbClr val="626262"/>
                </a:solidFill>
                <a:latin typeface="Inter"/>
                <a:ea typeface="Inter"/>
                <a:cs typeface="Inter"/>
                <a:sym typeface="Inter"/>
              </a:defRPr>
            </a:lvl1pPr>
            <a:lvl2pPr marL="0" marR="0" lvl="1" indent="698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2pPr>
            <a:lvl3pPr marL="0" marR="0" lvl="2" indent="1587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3pPr>
            <a:lvl4pPr marL="0" marR="0" lvl="3" indent="2349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4pPr>
            <a:lvl5pPr marL="0" marR="0" lvl="4" indent="3238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5pPr>
            <a:lvl6pPr marL="0" marR="0" lvl="5" indent="4127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6pPr>
            <a:lvl7pPr marL="0" marR="0" lvl="6" indent="5016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7pPr>
            <a:lvl8pPr marL="0" marR="0" lvl="7" indent="5905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8pPr>
            <a:lvl9pPr marL="0" marR="0" lvl="8" indent="6794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9pPr>
          </a:lstStyle>
          <a:p>
            <a:endParaRPr dirty="0"/>
          </a:p>
        </p:txBody>
      </p:sp>
      <p:pic>
        <p:nvPicPr>
          <p:cNvPr id="10" name="Google Shape;10;p1"/>
          <p:cNvPicPr preferRelativeResize="0"/>
          <p:nvPr/>
        </p:nvPicPr>
        <p:blipFill>
          <a:blip r:embed="rId6">
            <a:alphaModFix/>
          </a:blip>
          <a:stretch>
            <a:fillRect/>
          </a:stretch>
        </p:blipFill>
        <p:spPr>
          <a:xfrm>
            <a:off x="249850" y="4509225"/>
            <a:ext cx="1136748" cy="437925"/>
          </a:xfrm>
          <a:prstGeom prst="rect">
            <a:avLst/>
          </a:prstGeom>
          <a:noFill/>
          <a:ln>
            <a:noFill/>
          </a:ln>
        </p:spPr>
      </p:pic>
      <p:sp>
        <p:nvSpPr>
          <p:cNvPr id="11" name="Google Shape;11;p1"/>
          <p:cNvSpPr txBox="1">
            <a:spLocks noGrp="1"/>
          </p:cNvSpPr>
          <p:nvPr>
            <p:ph type="body" idx="1"/>
          </p:nvPr>
        </p:nvSpPr>
        <p:spPr>
          <a:xfrm>
            <a:off x="419725" y="1588950"/>
            <a:ext cx="6205800" cy="430857"/>
          </a:xfrm>
          <a:prstGeom prst="rect">
            <a:avLst/>
          </a:prstGeom>
          <a:noFill/>
          <a:ln>
            <a:noFill/>
          </a:ln>
        </p:spPr>
        <p:txBody>
          <a:bodyPr spcFirstLastPara="1" wrap="square" lIns="91425" tIns="91425" rIns="91425" bIns="91425" anchor="t" anchorCtr="0">
            <a:spAutoFit/>
          </a:bodyPr>
          <a:lstStyle>
            <a:lvl1pPr marL="457200" lvl="0" indent="-330200">
              <a:lnSpc>
                <a:spcPct val="100000"/>
              </a:lnSpc>
              <a:spcBef>
                <a:spcPts val="0"/>
              </a:spcBef>
              <a:spcAft>
                <a:spcPts val="0"/>
              </a:spcAft>
              <a:buClr>
                <a:srgbClr val="626262"/>
              </a:buClr>
              <a:buSzPts val="1600"/>
              <a:buChar char="●"/>
              <a:defRPr sz="1600">
                <a:solidFill>
                  <a:srgbClr val="626262"/>
                </a:solidFill>
              </a:defRPr>
            </a:lvl1pPr>
            <a:lvl2pPr marL="914400" lvl="1" indent="-330200">
              <a:lnSpc>
                <a:spcPct val="100000"/>
              </a:lnSpc>
              <a:spcBef>
                <a:spcPts val="1000"/>
              </a:spcBef>
              <a:spcAft>
                <a:spcPts val="0"/>
              </a:spcAft>
              <a:buClr>
                <a:srgbClr val="626262"/>
              </a:buClr>
              <a:buSzPts val="1600"/>
              <a:buChar char="○"/>
              <a:defRPr sz="1600">
                <a:solidFill>
                  <a:srgbClr val="626262"/>
                </a:solidFill>
              </a:defRPr>
            </a:lvl2pPr>
            <a:lvl3pPr marL="1371600" lvl="2" indent="-330200">
              <a:lnSpc>
                <a:spcPct val="100000"/>
              </a:lnSpc>
              <a:spcBef>
                <a:spcPts val="1000"/>
              </a:spcBef>
              <a:spcAft>
                <a:spcPts val="0"/>
              </a:spcAft>
              <a:buClr>
                <a:srgbClr val="626262"/>
              </a:buClr>
              <a:buSzPts val="1600"/>
              <a:buChar char="■"/>
              <a:defRPr sz="1600">
                <a:solidFill>
                  <a:srgbClr val="626262"/>
                </a:solidFill>
              </a:defRPr>
            </a:lvl3pPr>
            <a:lvl4pPr marL="1828800" lvl="3" indent="-330200">
              <a:lnSpc>
                <a:spcPct val="100000"/>
              </a:lnSpc>
              <a:spcBef>
                <a:spcPts val="1000"/>
              </a:spcBef>
              <a:spcAft>
                <a:spcPts val="0"/>
              </a:spcAft>
              <a:buClr>
                <a:srgbClr val="626262"/>
              </a:buClr>
              <a:buSzPts val="1600"/>
              <a:buChar char="●"/>
              <a:defRPr sz="1600">
                <a:solidFill>
                  <a:srgbClr val="626262"/>
                </a:solidFill>
              </a:defRPr>
            </a:lvl4pPr>
            <a:lvl5pPr marL="2286000" lvl="4" indent="-330200">
              <a:lnSpc>
                <a:spcPct val="100000"/>
              </a:lnSpc>
              <a:spcBef>
                <a:spcPts val="1000"/>
              </a:spcBef>
              <a:spcAft>
                <a:spcPts val="0"/>
              </a:spcAft>
              <a:buClr>
                <a:srgbClr val="626262"/>
              </a:buClr>
              <a:buSzPts val="1600"/>
              <a:buChar char="○"/>
              <a:defRPr sz="1600">
                <a:solidFill>
                  <a:srgbClr val="626262"/>
                </a:solidFill>
              </a:defRPr>
            </a:lvl5pPr>
            <a:lvl6pPr marL="2743200" lvl="5" indent="-330200">
              <a:lnSpc>
                <a:spcPct val="100000"/>
              </a:lnSpc>
              <a:spcBef>
                <a:spcPts val="1000"/>
              </a:spcBef>
              <a:spcAft>
                <a:spcPts val="0"/>
              </a:spcAft>
              <a:buClr>
                <a:srgbClr val="626262"/>
              </a:buClr>
              <a:buSzPts val="1600"/>
              <a:buChar char="■"/>
              <a:defRPr sz="1600">
                <a:solidFill>
                  <a:srgbClr val="626262"/>
                </a:solidFill>
              </a:defRPr>
            </a:lvl6pPr>
            <a:lvl7pPr marL="3200400" lvl="6" indent="-330200">
              <a:lnSpc>
                <a:spcPct val="100000"/>
              </a:lnSpc>
              <a:spcBef>
                <a:spcPts val="1000"/>
              </a:spcBef>
              <a:spcAft>
                <a:spcPts val="0"/>
              </a:spcAft>
              <a:buClr>
                <a:srgbClr val="626262"/>
              </a:buClr>
              <a:buSzPts val="1600"/>
              <a:buChar char="●"/>
              <a:defRPr sz="1600">
                <a:solidFill>
                  <a:srgbClr val="626262"/>
                </a:solidFill>
              </a:defRPr>
            </a:lvl7pPr>
            <a:lvl8pPr marL="3657600" lvl="7" indent="-330200">
              <a:lnSpc>
                <a:spcPct val="100000"/>
              </a:lnSpc>
              <a:spcBef>
                <a:spcPts val="1000"/>
              </a:spcBef>
              <a:spcAft>
                <a:spcPts val="0"/>
              </a:spcAft>
              <a:buClr>
                <a:srgbClr val="626262"/>
              </a:buClr>
              <a:buSzPts val="1600"/>
              <a:buChar char="○"/>
              <a:defRPr sz="1600">
                <a:solidFill>
                  <a:srgbClr val="626262"/>
                </a:solidFill>
              </a:defRPr>
            </a:lvl8pPr>
            <a:lvl9pPr marL="4114800" lvl="8" indent="-330200">
              <a:lnSpc>
                <a:spcPct val="100000"/>
              </a:lnSpc>
              <a:spcBef>
                <a:spcPts val="1000"/>
              </a:spcBef>
              <a:spcAft>
                <a:spcPts val="1000"/>
              </a:spcAft>
              <a:buClr>
                <a:srgbClr val="626262"/>
              </a:buClr>
              <a:buSzPts val="1600"/>
              <a:buChar char="■"/>
              <a:defRPr sz="1600">
                <a:solidFill>
                  <a:srgbClr val="626262"/>
                </a:solidFill>
              </a:defRPr>
            </a:lvl9pPr>
          </a:lstStyle>
          <a:p>
            <a:endParaRPr dirty="0"/>
          </a:p>
        </p:txBody>
      </p:sp>
      <p:sp>
        <p:nvSpPr>
          <p:cNvPr id="2" name="Google Shape;11;p1">
            <a:extLst>
              <a:ext uri="{FF2B5EF4-FFF2-40B4-BE49-F238E27FC236}">
                <a16:creationId xmlns="" xmlns:a16="http://schemas.microsoft.com/office/drawing/2014/main" id="{38E4E5E1-C788-7576-4CAD-E3E1EDB20DA3}"/>
              </a:ext>
            </a:extLst>
          </p:cNvPr>
          <p:cNvSpPr txBox="1"/>
          <p:nvPr userDrawn="1"/>
        </p:nvSpPr>
        <p:spPr>
          <a:xfrm>
            <a:off x="3193650" y="4544288"/>
            <a:ext cx="2756700" cy="367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dirty="0">
                <a:solidFill>
                  <a:srgbClr val="626262"/>
                </a:solidFill>
                <a:latin typeface="Arial"/>
                <a:ea typeface="Arial"/>
                <a:cs typeface="Arial"/>
                <a:sym typeface="Arial"/>
              </a:rPr>
              <a:t>Original Copyright Ocado Group 2024</a:t>
            </a:r>
            <a:endParaRPr sz="500" b="0" i="0" u="none" strike="noStrike" cap="none" dirty="0">
              <a:solidFill>
                <a:srgbClr val="626262"/>
              </a:solidFill>
              <a:latin typeface="Arial"/>
              <a:ea typeface="Arial"/>
              <a:cs typeface="Arial"/>
              <a:sym typeface="Arial"/>
            </a:endParaRPr>
          </a:p>
        </p:txBody>
      </p:sp>
      <p:pic>
        <p:nvPicPr>
          <p:cNvPr id="3" name="Google Shape;11;p29">
            <a:extLst>
              <a:ext uri="{FF2B5EF4-FFF2-40B4-BE49-F238E27FC236}">
                <a16:creationId xmlns="" xmlns:a16="http://schemas.microsoft.com/office/drawing/2014/main" id="{06C47330-585A-9510-7613-692594C968AE}"/>
              </a:ext>
            </a:extLst>
          </p:cNvPr>
          <p:cNvPicPr preferRelativeResize="0"/>
          <p:nvPr userDrawn="1"/>
        </p:nvPicPr>
        <p:blipFill rotWithShape="1">
          <a:blip r:embed="rId7">
            <a:alphaModFix/>
          </a:blip>
          <a:srcRect/>
          <a:stretch/>
        </p:blipFill>
        <p:spPr>
          <a:xfrm>
            <a:off x="8233816" y="4291101"/>
            <a:ext cx="910172" cy="85240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6"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n-lt"/>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 xmlns:p15="http://schemas.microsoft.com/office/powerpoint/2012/main">
        <p15:guide id="1" pos="253">
          <p15:clr>
            <a:srgbClr val="EA4335"/>
          </p15:clr>
        </p15:guide>
        <p15:guide id="2" orient="horz" pos="677">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p:nvPr/>
        </p:nvSpPr>
        <p:spPr>
          <a:xfrm>
            <a:off x="840350" y="1526250"/>
            <a:ext cx="7293600" cy="2091000"/>
          </a:xfrm>
          <a:prstGeom prst="rect">
            <a:avLst/>
          </a:prstGeom>
          <a:noFill/>
          <a:ln>
            <a:noFill/>
          </a:ln>
        </p:spPr>
        <p:txBody>
          <a:bodyPr spcFirstLastPara="1" wrap="square" lIns="91425" tIns="91425" rIns="91425" bIns="91425" anchor="t" anchorCtr="0">
            <a:noAutofit/>
          </a:bodyPr>
          <a:lstStyle/>
          <a:p>
            <a:pPr lvl="0" algn="ctr"/>
            <a:r>
              <a:rPr lang="ta-IN" sz="3100" b="1" dirty="0">
                <a:solidFill>
                  <a:srgbClr val="FFFFFF"/>
                </a:solidFill>
                <a:latin typeface="Space Grotesk Medium" panose="020B0604020202020204" charset="0"/>
                <a:ea typeface="Space Grotesk"/>
                <a:cs typeface="Space Grotesk Medium" panose="020B0604020202020204" charset="0"/>
                <a:sym typeface="Space Grotesk"/>
              </a:rPr>
              <a:t>அமர்வு 11</a:t>
            </a:r>
          </a:p>
          <a:p>
            <a:pPr lvl="0" algn="ctr"/>
            <a:r>
              <a:rPr lang="ta-IN" sz="3100" b="1" dirty="0">
                <a:solidFill>
                  <a:srgbClr val="FFFFFF"/>
                </a:solidFill>
                <a:latin typeface="Space Grotesk Medium" panose="020B0604020202020204" charset="0"/>
                <a:ea typeface="Space Grotesk"/>
                <a:cs typeface="Space Grotesk Medium" panose="020B0604020202020204" charset="0"/>
                <a:sym typeface="Space Grotesk"/>
              </a:rPr>
              <a:t>சுழல்களுக்குப் பயன்படுத்துதல்</a:t>
            </a:r>
            <a:endParaRPr sz="1800" dirty="0">
              <a:solidFill>
                <a:srgbClr val="FFFFFF"/>
              </a:solidFill>
              <a:latin typeface="Consolas" panose="020B0609020204030204" pitchFamily="49" charset="0"/>
              <a:ea typeface="Source Sans Pro"/>
              <a:cs typeface="Source Sans Pro"/>
              <a:sym typeface="Source Sans Pr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1"/>
          <p:cNvSpPr txBox="1">
            <a:spLocks noGrp="1"/>
          </p:cNvSpPr>
          <p:nvPr>
            <p:ph type="title"/>
          </p:nvPr>
        </p:nvSpPr>
        <p:spPr>
          <a:xfrm>
            <a:off x="311700" y="445025"/>
            <a:ext cx="8520600" cy="572700"/>
          </a:xfrm>
          <a:prstGeom prst="rect">
            <a:avLst/>
          </a:prstGeom>
        </p:spPr>
        <p:txBody>
          <a:bodyPr spcFirstLastPara="1" wrap="square" lIns="59850" tIns="59850" rIns="59850" bIns="59850" anchor="t" anchorCtr="0">
            <a:noAutofit/>
          </a:bodyPr>
          <a:lstStyle/>
          <a:p>
            <a:pPr lvl="0"/>
            <a:r>
              <a:rPr lang="ta-IN" dirty="0"/>
              <a:t>பாடம் தொடங்குபவர்</a:t>
            </a:r>
            <a:endParaRPr dirty="0"/>
          </a:p>
        </p:txBody>
      </p:sp>
      <p:sp>
        <p:nvSpPr>
          <p:cNvPr id="265" name="Google Shape;265;p41"/>
          <p:cNvSpPr txBox="1">
            <a:spLocks noGrp="1"/>
          </p:cNvSpPr>
          <p:nvPr>
            <p:ph type="body" idx="1"/>
          </p:nvPr>
        </p:nvSpPr>
        <p:spPr>
          <a:xfrm>
            <a:off x="311700" y="1152475"/>
            <a:ext cx="8520600" cy="866874"/>
          </a:xfrm>
          <a:prstGeom prst="rect">
            <a:avLst/>
          </a:prstGeom>
        </p:spPr>
        <p:txBody>
          <a:bodyPr spcFirstLastPara="1" wrap="square" lIns="91425" tIns="91425" rIns="91425" bIns="91425" anchor="t" anchorCtr="0">
            <a:spAutoFit/>
          </a:bodyPr>
          <a:lstStyle/>
          <a:p>
            <a:pPr marL="0" lvl="0" indent="0">
              <a:spcAft>
                <a:spcPts val="1000"/>
              </a:spcAft>
              <a:buNone/>
            </a:pPr>
            <a:r>
              <a:rPr lang="ta-IN" dirty="0"/>
              <a:t>இந்தக் குறியீட்டை ஒவ்வொரு வரியாக வகுப்பிற்கு விளக்கத் தயாராக இருங்கள்.</a:t>
            </a:r>
            <a:endParaRPr b="1" dirty="0"/>
          </a:p>
        </p:txBody>
      </p:sp>
      <p:pic>
        <p:nvPicPr>
          <p:cNvPr id="6" name="Picture 5">
            <a:extLst>
              <a:ext uri="{FF2B5EF4-FFF2-40B4-BE49-F238E27FC236}">
                <a16:creationId xmlns="" xmlns:a16="http://schemas.microsoft.com/office/drawing/2014/main" id="{CABCE280-0CF7-69A5-6F40-C76CFDAB6D76}"/>
              </a:ext>
            </a:extLst>
          </p:cNvPr>
          <p:cNvPicPr>
            <a:picLocks noChangeAspect="1"/>
          </p:cNvPicPr>
          <p:nvPr/>
        </p:nvPicPr>
        <p:blipFill>
          <a:blip r:embed="rId3"/>
          <a:stretch>
            <a:fillRect/>
          </a:stretch>
        </p:blipFill>
        <p:spPr>
          <a:xfrm>
            <a:off x="2799194" y="2032540"/>
            <a:ext cx="3229426" cy="9812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1"/>
          <p:cNvSpPr txBox="1">
            <a:spLocks noGrp="1"/>
          </p:cNvSpPr>
          <p:nvPr>
            <p:ph type="title"/>
          </p:nvPr>
        </p:nvSpPr>
        <p:spPr>
          <a:xfrm>
            <a:off x="311700" y="445025"/>
            <a:ext cx="8520600" cy="572700"/>
          </a:xfrm>
          <a:prstGeom prst="rect">
            <a:avLst/>
          </a:prstGeom>
        </p:spPr>
        <p:txBody>
          <a:bodyPr spcFirstLastPara="1" wrap="square" lIns="59850" tIns="59850" rIns="59850" bIns="59850" anchor="t" anchorCtr="0">
            <a:noAutofit/>
          </a:bodyPr>
          <a:lstStyle/>
          <a:p>
            <a:pPr lvl="0"/>
            <a:r>
              <a:rPr lang="ta-IN" dirty="0"/>
              <a:t>பாடம் ஆரம்பிப்பவர்</a:t>
            </a:r>
            <a:endParaRPr dirty="0"/>
          </a:p>
        </p:txBody>
      </p:sp>
      <p:sp>
        <p:nvSpPr>
          <p:cNvPr id="265" name="Google Shape;265;p41"/>
          <p:cNvSpPr txBox="1">
            <a:spLocks noGrp="1"/>
          </p:cNvSpPr>
          <p:nvPr>
            <p:ph type="body" idx="1"/>
          </p:nvPr>
        </p:nvSpPr>
        <p:spPr>
          <a:xfrm>
            <a:off x="246386" y="887535"/>
            <a:ext cx="5128047" cy="3534271"/>
          </a:xfrm>
          <a:prstGeom prst="rect">
            <a:avLst/>
          </a:prstGeom>
        </p:spPr>
        <p:txBody>
          <a:bodyPr spcFirstLastPara="1" wrap="square" lIns="91425" tIns="91425" rIns="91425" bIns="91425" anchor="t" anchorCtr="0">
            <a:spAutoFit/>
          </a:bodyPr>
          <a:lstStyle/>
          <a:p>
            <a:pPr marL="0" lvl="0" indent="0">
              <a:spcAft>
                <a:spcPts val="1000"/>
              </a:spcAft>
              <a:buNone/>
            </a:pPr>
            <a:r>
              <a:rPr lang="ta-IN" sz="1600" dirty="0">
                <a:latin typeface="Times New Roman" pitchFamily="18" charset="0"/>
              </a:rPr>
              <a:t>வரி 1, எண்ணிக்கை எனப்படும் மாறியை 0 ஆக அமைக்கிறது</a:t>
            </a:r>
          </a:p>
          <a:p>
            <a:pPr marL="0" lvl="0" indent="0">
              <a:spcAft>
                <a:spcPts val="1000"/>
              </a:spcAft>
              <a:buNone/>
            </a:pPr>
            <a:r>
              <a:rPr lang="ta-IN" sz="1600" dirty="0">
                <a:latin typeface="Times New Roman" pitchFamily="18" charset="0"/>
              </a:rPr>
              <a:t>வரி 2, எண்ணிக்கை 10 ஐ விடக் குறைவாக இருக்கும்போது மீண்டும் நிகழும் ஒரு </a:t>
            </a:r>
            <a:r>
              <a:rPr lang="en-GB" sz="1600" dirty="0">
                <a:latin typeface="Times New Roman" pitchFamily="18" charset="0"/>
                <a:cs typeface="Times New Roman" pitchFamily="18" charset="0"/>
              </a:rPr>
              <a:t>while loop </a:t>
            </a:r>
            <a:r>
              <a:rPr lang="ta-IN" sz="1600" dirty="0">
                <a:latin typeface="Times New Roman" pitchFamily="18" charset="0"/>
              </a:rPr>
              <a:t>ஐத் தொடங்குகிறது</a:t>
            </a:r>
          </a:p>
          <a:p>
            <a:pPr marL="0" lvl="0" indent="0">
              <a:spcAft>
                <a:spcPts val="1000"/>
              </a:spcAft>
              <a:buNone/>
            </a:pPr>
            <a:r>
              <a:rPr lang="ta-IN" sz="1600" dirty="0">
                <a:latin typeface="Times New Roman" pitchFamily="18" charset="0"/>
              </a:rPr>
              <a:t>வரி 3, எண்ணிக்கையின் மதிப்பை வெளியிடுகிறது</a:t>
            </a:r>
          </a:p>
          <a:p>
            <a:pPr marL="0" lvl="0" indent="0">
              <a:spcAft>
                <a:spcPts val="1000"/>
              </a:spcAft>
              <a:buNone/>
            </a:pPr>
            <a:r>
              <a:rPr lang="ta-IN" sz="1600" dirty="0">
                <a:latin typeface="Times New Roman" pitchFamily="18" charset="0"/>
              </a:rPr>
              <a:t>வரி 4, எண்ணிக்கையை 1 ஆல் அதிகரிக்கிறது</a:t>
            </a:r>
          </a:p>
          <a:p>
            <a:pPr marL="0" lvl="0" indent="0">
              <a:spcAft>
                <a:spcPts val="1000"/>
              </a:spcAft>
              <a:buNone/>
            </a:pPr>
            <a:r>
              <a:rPr lang="ta-IN" sz="1600" dirty="0">
                <a:latin typeface="Times New Roman" pitchFamily="18" charset="0"/>
              </a:rPr>
              <a:t>வரி 3 மற்றும் 4, எண்ணிக்கை 10 ஆகும் வரை மீண்டும் நிகழும், பின்னர் குறியீடு முடிவடையும்</a:t>
            </a:r>
            <a:endParaRPr sz="1600" b="1" dirty="0">
              <a:latin typeface="Times New Roman" pitchFamily="18" charset="0"/>
              <a:cs typeface="Times New Roman" pitchFamily="18" charset="0"/>
            </a:endParaRPr>
          </a:p>
        </p:txBody>
      </p:sp>
      <p:pic>
        <p:nvPicPr>
          <p:cNvPr id="2" name="Picture 1">
            <a:extLst>
              <a:ext uri="{FF2B5EF4-FFF2-40B4-BE49-F238E27FC236}">
                <a16:creationId xmlns="" xmlns:a16="http://schemas.microsoft.com/office/drawing/2014/main" id="{3B09BEEA-A390-D719-6F69-ED3BF795874E}"/>
              </a:ext>
            </a:extLst>
          </p:cNvPr>
          <p:cNvPicPr>
            <a:picLocks noChangeAspect="1"/>
          </p:cNvPicPr>
          <p:nvPr/>
        </p:nvPicPr>
        <p:blipFill>
          <a:blip r:embed="rId3"/>
          <a:stretch>
            <a:fillRect/>
          </a:stretch>
        </p:blipFill>
        <p:spPr>
          <a:xfrm>
            <a:off x="5709817" y="292583"/>
            <a:ext cx="3229426" cy="981212"/>
          </a:xfrm>
          <a:prstGeom prst="rect">
            <a:avLst/>
          </a:prstGeom>
        </p:spPr>
      </p:pic>
      <p:pic>
        <p:nvPicPr>
          <p:cNvPr id="5" name="Picture 4">
            <a:extLst>
              <a:ext uri="{FF2B5EF4-FFF2-40B4-BE49-F238E27FC236}">
                <a16:creationId xmlns="" xmlns:a16="http://schemas.microsoft.com/office/drawing/2014/main" id="{545C9B08-AFA0-EAB0-0C56-975841539520}"/>
              </a:ext>
            </a:extLst>
          </p:cNvPr>
          <p:cNvPicPr>
            <a:picLocks noChangeAspect="1"/>
          </p:cNvPicPr>
          <p:nvPr/>
        </p:nvPicPr>
        <p:blipFill>
          <a:blip r:embed="rId4"/>
          <a:stretch>
            <a:fillRect/>
          </a:stretch>
        </p:blipFill>
        <p:spPr>
          <a:xfrm>
            <a:off x="5709817" y="1529864"/>
            <a:ext cx="314369" cy="2543530"/>
          </a:xfrm>
          <a:prstGeom prst="rect">
            <a:avLst/>
          </a:prstGeom>
        </p:spPr>
      </p:pic>
    </p:spTree>
    <p:extLst>
      <p:ext uri="{BB962C8B-B14F-4D97-AF65-F5344CB8AC3E}">
        <p14:creationId xmlns:p14="http://schemas.microsoft.com/office/powerpoint/2010/main" val="56026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5">
                                            <p:txEl>
                                              <p:pRg st="0" end="0"/>
                                            </p:txEl>
                                          </p:spTgt>
                                        </p:tgtEl>
                                        <p:attrNameLst>
                                          <p:attrName>style.visibility</p:attrName>
                                        </p:attrNameLst>
                                      </p:cBhvr>
                                      <p:to>
                                        <p:strVal val="visible"/>
                                      </p:to>
                                    </p:set>
                                    <p:animEffect transition="in" filter="fade">
                                      <p:cBhvr>
                                        <p:cTn id="7" dur="500"/>
                                        <p:tgtEl>
                                          <p:spTgt spid="2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5">
                                            <p:txEl>
                                              <p:pRg st="1" end="1"/>
                                            </p:txEl>
                                          </p:spTgt>
                                        </p:tgtEl>
                                        <p:attrNameLst>
                                          <p:attrName>style.visibility</p:attrName>
                                        </p:attrNameLst>
                                      </p:cBhvr>
                                      <p:to>
                                        <p:strVal val="visible"/>
                                      </p:to>
                                    </p:set>
                                    <p:animEffect transition="in" filter="fade">
                                      <p:cBhvr>
                                        <p:cTn id="12" dur="500"/>
                                        <p:tgtEl>
                                          <p:spTgt spid="26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5">
                                            <p:txEl>
                                              <p:pRg st="2" end="2"/>
                                            </p:txEl>
                                          </p:spTgt>
                                        </p:tgtEl>
                                        <p:attrNameLst>
                                          <p:attrName>style.visibility</p:attrName>
                                        </p:attrNameLst>
                                      </p:cBhvr>
                                      <p:to>
                                        <p:strVal val="visible"/>
                                      </p:to>
                                    </p:set>
                                    <p:animEffect transition="in" filter="fade">
                                      <p:cBhvr>
                                        <p:cTn id="17" dur="500"/>
                                        <p:tgtEl>
                                          <p:spTgt spid="26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5">
                                            <p:txEl>
                                              <p:pRg st="3" end="3"/>
                                            </p:txEl>
                                          </p:spTgt>
                                        </p:tgtEl>
                                        <p:attrNameLst>
                                          <p:attrName>style.visibility</p:attrName>
                                        </p:attrNameLst>
                                      </p:cBhvr>
                                      <p:to>
                                        <p:strVal val="visible"/>
                                      </p:to>
                                    </p:set>
                                    <p:animEffect transition="in" filter="fade">
                                      <p:cBhvr>
                                        <p:cTn id="22" dur="500"/>
                                        <p:tgtEl>
                                          <p:spTgt spid="26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5">
                                            <p:txEl>
                                              <p:pRg st="4" end="4"/>
                                            </p:txEl>
                                          </p:spTgt>
                                        </p:tgtEl>
                                        <p:attrNameLst>
                                          <p:attrName>style.visibility</p:attrName>
                                        </p:attrNameLst>
                                      </p:cBhvr>
                                      <p:to>
                                        <p:strVal val="visible"/>
                                      </p:to>
                                    </p:set>
                                    <p:animEffect transition="in" filter="fade">
                                      <p:cBhvr>
                                        <p:cTn id="27" dur="500"/>
                                        <p:tgtEl>
                                          <p:spTgt spid="265">
                                            <p:txEl>
                                              <p:pRg st="4" end="4"/>
                                            </p:txEl>
                                          </p:spTgt>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1C678E2D-9AA6-D2D9-6DC4-D60C37F172F7}"/>
              </a:ext>
            </a:extLst>
          </p:cNvPr>
          <p:cNvSpPr>
            <a:spLocks noGrp="1"/>
          </p:cNvSpPr>
          <p:nvPr>
            <p:ph type="title"/>
          </p:nvPr>
        </p:nvSpPr>
        <p:spPr>
          <a:xfrm>
            <a:off x="1382196" y="1673850"/>
            <a:ext cx="6379607" cy="756900"/>
          </a:xfrm>
        </p:spPr>
        <p:txBody>
          <a:bodyPr/>
          <a:lstStyle/>
          <a:p>
            <a:r>
              <a:rPr lang="ta-IN" dirty="0"/>
              <a:t>செயல்பாடு 1: பைதான் டெனில் உள்ள சுழல்களுக்கு</a:t>
            </a:r>
            <a:endParaRPr lang="en-GB" dirty="0"/>
          </a:p>
        </p:txBody>
      </p:sp>
    </p:spTree>
    <p:extLst>
      <p:ext uri="{BB962C8B-B14F-4D97-AF65-F5344CB8AC3E}">
        <p14:creationId xmlns:p14="http://schemas.microsoft.com/office/powerpoint/2010/main" val="2636756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978339-5B24-CD3B-1A42-21A4752D5200}"/>
              </a:ext>
            </a:extLst>
          </p:cNvPr>
          <p:cNvSpPr>
            <a:spLocks noGrp="1"/>
          </p:cNvSpPr>
          <p:nvPr>
            <p:ph type="title"/>
          </p:nvPr>
        </p:nvSpPr>
        <p:spPr/>
        <p:txBody>
          <a:bodyPr/>
          <a:lstStyle/>
          <a:p>
            <a:r>
              <a:rPr lang="ta-IN" dirty="0"/>
              <a:t>பைதான் டெனில் லூப்களுக்குப் பயன்படுத்துதல்</a:t>
            </a:r>
            <a:endParaRPr lang="en-GB" dirty="0"/>
          </a:p>
        </p:txBody>
      </p:sp>
      <p:sp>
        <p:nvSpPr>
          <p:cNvPr id="3" name="Text Placeholder 2">
            <a:extLst>
              <a:ext uri="{FF2B5EF4-FFF2-40B4-BE49-F238E27FC236}">
                <a16:creationId xmlns="" xmlns:a16="http://schemas.microsoft.com/office/drawing/2014/main" id="{C64E7DF4-AD46-BDB3-6C92-335A76FCA1B6}"/>
              </a:ext>
            </a:extLst>
          </p:cNvPr>
          <p:cNvSpPr>
            <a:spLocks noGrp="1"/>
          </p:cNvSpPr>
          <p:nvPr>
            <p:ph type="body" idx="1"/>
          </p:nvPr>
        </p:nvSpPr>
        <p:spPr>
          <a:xfrm>
            <a:off x="392816" y="3748191"/>
            <a:ext cx="8520600" cy="461635"/>
          </a:xfrm>
        </p:spPr>
        <p:txBody>
          <a:bodyPr/>
          <a:lstStyle/>
          <a:p>
            <a:r>
              <a:rPr lang="ta-IN" dirty="0"/>
              <a:t>தீர்வு என்ன?</a:t>
            </a:r>
            <a:endParaRPr lang="en-GB" dirty="0"/>
          </a:p>
        </p:txBody>
      </p:sp>
      <p:pic>
        <p:nvPicPr>
          <p:cNvPr id="5" name="Picture 4">
            <a:extLst>
              <a:ext uri="{FF2B5EF4-FFF2-40B4-BE49-F238E27FC236}">
                <a16:creationId xmlns="" xmlns:a16="http://schemas.microsoft.com/office/drawing/2014/main" id="{0789A742-A569-2536-7305-84680A0FA0F0}"/>
              </a:ext>
            </a:extLst>
          </p:cNvPr>
          <p:cNvPicPr>
            <a:picLocks noChangeAspect="1"/>
          </p:cNvPicPr>
          <p:nvPr/>
        </p:nvPicPr>
        <p:blipFill>
          <a:blip r:embed="rId2"/>
          <a:stretch>
            <a:fillRect/>
          </a:stretch>
        </p:blipFill>
        <p:spPr>
          <a:xfrm>
            <a:off x="1323668" y="993557"/>
            <a:ext cx="6496664" cy="2823193"/>
          </a:xfrm>
          <a:prstGeom prst="rect">
            <a:avLst/>
          </a:prstGeom>
        </p:spPr>
      </p:pic>
      <p:sp>
        <p:nvSpPr>
          <p:cNvPr id="6" name="Google Shape;120;p22">
            <a:extLst>
              <a:ext uri="{FF2B5EF4-FFF2-40B4-BE49-F238E27FC236}">
                <a16:creationId xmlns="" xmlns:a16="http://schemas.microsoft.com/office/drawing/2014/main" id="{15C16D84-465F-3A94-018B-307043613800}"/>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1</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778540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078C0D-92BF-7EBC-A272-140F3762F5F6}"/>
              </a:ext>
            </a:extLst>
          </p:cNvPr>
          <p:cNvSpPr>
            <a:spLocks noGrp="1"/>
          </p:cNvSpPr>
          <p:nvPr>
            <p:ph type="title"/>
          </p:nvPr>
        </p:nvSpPr>
        <p:spPr/>
        <p:txBody>
          <a:bodyPr/>
          <a:lstStyle/>
          <a:p>
            <a:r>
              <a:rPr lang="ta-IN" dirty="0"/>
              <a:t>பைதான் டெனில் சூழல்கள் பயன்படுத்துதல்</a:t>
            </a:r>
            <a:endParaRPr lang="en-GB" dirty="0"/>
          </a:p>
        </p:txBody>
      </p:sp>
      <p:sp>
        <p:nvSpPr>
          <p:cNvPr id="3" name="Text Placeholder 2">
            <a:extLst>
              <a:ext uri="{FF2B5EF4-FFF2-40B4-BE49-F238E27FC236}">
                <a16:creationId xmlns="" xmlns:a16="http://schemas.microsoft.com/office/drawing/2014/main" id="{8FAD0EA0-414F-B851-E779-0F7248185166}"/>
              </a:ext>
            </a:extLst>
          </p:cNvPr>
          <p:cNvSpPr>
            <a:spLocks noGrp="1"/>
          </p:cNvSpPr>
          <p:nvPr>
            <p:ph type="body" idx="1"/>
          </p:nvPr>
        </p:nvSpPr>
        <p:spPr>
          <a:xfrm>
            <a:off x="115757" y="1140516"/>
            <a:ext cx="8520600" cy="430857"/>
          </a:xfrm>
        </p:spPr>
        <p:txBody>
          <a:bodyPr/>
          <a:lstStyle/>
          <a:p>
            <a:r>
              <a:rPr lang="ta-IN" sz="1600" dirty="0"/>
              <a:t>உருவாக்கப்பட்ட குறியீட்டை கவனமாகப் பாருங்கள்</a:t>
            </a:r>
            <a:endParaRPr lang="en-GB" sz="1600" dirty="0"/>
          </a:p>
        </p:txBody>
      </p:sp>
      <p:pic>
        <p:nvPicPr>
          <p:cNvPr id="6" name="Picture 5">
            <a:extLst>
              <a:ext uri="{FF2B5EF4-FFF2-40B4-BE49-F238E27FC236}">
                <a16:creationId xmlns="" xmlns:a16="http://schemas.microsoft.com/office/drawing/2014/main" id="{5D109F61-BBF6-A60A-D900-C6F1AA3E8717}"/>
              </a:ext>
            </a:extLst>
          </p:cNvPr>
          <p:cNvPicPr>
            <a:picLocks noChangeAspect="1"/>
          </p:cNvPicPr>
          <p:nvPr/>
        </p:nvPicPr>
        <p:blipFill rotWithShape="1">
          <a:blip r:embed="rId2"/>
          <a:srcRect l="55335"/>
          <a:stretch/>
        </p:blipFill>
        <p:spPr>
          <a:xfrm>
            <a:off x="6661118" y="1140516"/>
            <a:ext cx="2465309" cy="2398572"/>
          </a:xfrm>
          <a:prstGeom prst="rect">
            <a:avLst/>
          </a:prstGeom>
        </p:spPr>
      </p:pic>
      <p:pic>
        <p:nvPicPr>
          <p:cNvPr id="8" name="Picture 7">
            <a:extLst>
              <a:ext uri="{FF2B5EF4-FFF2-40B4-BE49-F238E27FC236}">
                <a16:creationId xmlns="" xmlns:a16="http://schemas.microsoft.com/office/drawing/2014/main" id="{25DD9C8B-E88E-D8FD-F4C2-BD1F2A7470BD}"/>
              </a:ext>
            </a:extLst>
          </p:cNvPr>
          <p:cNvPicPr>
            <a:picLocks noChangeAspect="1"/>
          </p:cNvPicPr>
          <p:nvPr/>
        </p:nvPicPr>
        <p:blipFill>
          <a:blip r:embed="rId3"/>
          <a:stretch>
            <a:fillRect/>
          </a:stretch>
        </p:blipFill>
        <p:spPr>
          <a:xfrm>
            <a:off x="763545" y="1806827"/>
            <a:ext cx="2086266" cy="2267266"/>
          </a:xfrm>
          <a:prstGeom prst="rect">
            <a:avLst/>
          </a:prstGeom>
        </p:spPr>
      </p:pic>
      <p:pic>
        <p:nvPicPr>
          <p:cNvPr id="10" name="Picture 9">
            <a:extLst>
              <a:ext uri="{FF2B5EF4-FFF2-40B4-BE49-F238E27FC236}">
                <a16:creationId xmlns="" xmlns:a16="http://schemas.microsoft.com/office/drawing/2014/main" id="{FCBF8C7E-41FB-A1FE-5873-79C567486F11}"/>
              </a:ext>
            </a:extLst>
          </p:cNvPr>
          <p:cNvPicPr>
            <a:picLocks noChangeAspect="1"/>
          </p:cNvPicPr>
          <p:nvPr/>
        </p:nvPicPr>
        <p:blipFill>
          <a:blip r:embed="rId4"/>
          <a:stretch>
            <a:fillRect/>
          </a:stretch>
        </p:blipFill>
        <p:spPr>
          <a:xfrm>
            <a:off x="3464871" y="2044985"/>
            <a:ext cx="2829320" cy="1790950"/>
          </a:xfrm>
          <a:prstGeom prst="rect">
            <a:avLst/>
          </a:prstGeom>
        </p:spPr>
      </p:pic>
      <p:sp>
        <p:nvSpPr>
          <p:cNvPr id="12" name="Google Shape;120;p22">
            <a:extLst>
              <a:ext uri="{FF2B5EF4-FFF2-40B4-BE49-F238E27FC236}">
                <a16:creationId xmlns="" xmlns:a16="http://schemas.microsoft.com/office/drawing/2014/main" id="{DA95C6E0-1D9E-769B-6486-8CC8CA755ECF}"/>
              </a:ext>
            </a:extLst>
          </p:cNvPr>
          <p:cNvSpPr/>
          <p:nvPr/>
        </p:nvSpPr>
        <p:spPr>
          <a:xfrm>
            <a:off x="7689513" y="3658593"/>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1</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1975429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078C0D-92BF-7EBC-A272-140F3762F5F6}"/>
              </a:ext>
            </a:extLst>
          </p:cNvPr>
          <p:cNvSpPr>
            <a:spLocks noGrp="1"/>
          </p:cNvSpPr>
          <p:nvPr>
            <p:ph type="title"/>
          </p:nvPr>
        </p:nvSpPr>
        <p:spPr>
          <a:xfrm>
            <a:off x="238221" y="183768"/>
            <a:ext cx="8520600" cy="572700"/>
          </a:xfrm>
        </p:spPr>
        <p:txBody>
          <a:bodyPr/>
          <a:lstStyle/>
          <a:p>
            <a:r>
              <a:rPr lang="ta-IN" dirty="0"/>
              <a:t>பைதான் டெனில்</a:t>
            </a:r>
            <a:r>
              <a:rPr lang="ta-IN" dirty="0" smtClean="0"/>
              <a:t> </a:t>
            </a:r>
            <a:r>
              <a:rPr lang="ta-IN" dirty="0"/>
              <a:t>சுழல்களைப் பயன்படுத்துதல்</a:t>
            </a:r>
            <a:endParaRPr lang="en-GB" dirty="0"/>
          </a:p>
        </p:txBody>
      </p:sp>
      <p:sp>
        <p:nvSpPr>
          <p:cNvPr id="3" name="Text Placeholder 2">
            <a:extLst>
              <a:ext uri="{FF2B5EF4-FFF2-40B4-BE49-F238E27FC236}">
                <a16:creationId xmlns="" xmlns:a16="http://schemas.microsoft.com/office/drawing/2014/main" id="{8FAD0EA0-414F-B851-E779-0F7248185166}"/>
              </a:ext>
            </a:extLst>
          </p:cNvPr>
          <p:cNvSpPr>
            <a:spLocks noGrp="1"/>
          </p:cNvSpPr>
          <p:nvPr>
            <p:ph type="body" idx="1"/>
          </p:nvPr>
        </p:nvSpPr>
        <p:spPr>
          <a:xfrm>
            <a:off x="311700" y="1152475"/>
            <a:ext cx="5779384" cy="3200846"/>
          </a:xfrm>
        </p:spPr>
        <p:txBody>
          <a:bodyPr/>
          <a:lstStyle/>
          <a:p>
            <a:r>
              <a:rPr lang="en-IN" sz="1400" dirty="0" smtClean="0"/>
              <a:t>For loop </a:t>
            </a:r>
            <a:r>
              <a:rPr lang="ta-IN" sz="1400" dirty="0" smtClean="0"/>
              <a:t>என்பது </a:t>
            </a:r>
            <a:r>
              <a:rPr lang="ta-IN" sz="1400" dirty="0"/>
              <a:t>கணக்கிடப்பட்ட </a:t>
            </a:r>
            <a:r>
              <a:rPr lang="en-GB" sz="1400" dirty="0"/>
              <a:t>while </a:t>
            </a:r>
            <a:r>
              <a:rPr lang="ta-IN" sz="1400" dirty="0"/>
              <a:t>லூப்பின் மிகவும் திறமையான மற்றும் குறுகிய பதிப்பாகும்.</a:t>
            </a:r>
          </a:p>
          <a:p>
            <a:r>
              <a:rPr lang="ta-IN" sz="1400" dirty="0"/>
              <a:t>குறிப்பிட வேண்டியது அவசியம்:</a:t>
            </a:r>
          </a:p>
          <a:p>
            <a:endParaRPr lang="ta-IN" sz="1400" dirty="0"/>
          </a:p>
          <a:p>
            <a:r>
              <a:rPr lang="ta-IN" sz="1400" dirty="0"/>
              <a:t>லூப்பைக் கட்டுப்படுத்தும் எண்ணிக்கை எனப்படும் ஒரு மாறி இன்னும் உள்ளது.</a:t>
            </a:r>
          </a:p>
          <a:p>
            <a:r>
              <a:rPr lang="en-IN" sz="1400" dirty="0" smtClean="0"/>
              <a:t>For loop</a:t>
            </a:r>
            <a:r>
              <a:rPr lang="ta-IN" sz="1400" dirty="0" smtClean="0"/>
              <a:t>மாறி </a:t>
            </a:r>
            <a:r>
              <a:rPr lang="ta-IN" sz="1400" dirty="0"/>
              <a:t>எண்ணிக்கை தானாகவே 0 ஆக அமைக்கப்படுகிறது.</a:t>
            </a:r>
          </a:p>
          <a:p>
            <a:endParaRPr lang="ta-IN" sz="1400" dirty="0"/>
          </a:p>
          <a:p>
            <a:r>
              <a:rPr lang="ta-IN" sz="1400" dirty="0"/>
              <a:t>ஒவ்வொரு லூப் மறு செய்கையிலும் மாறி எண்ணிக்கை தானாகவே ஒன்று அதிகரிக்கிறது.</a:t>
            </a:r>
          </a:p>
          <a:p>
            <a:endParaRPr lang="ta-IN" sz="1400" dirty="0"/>
          </a:p>
          <a:p>
            <a:r>
              <a:rPr lang="ta-IN" sz="1400" dirty="0"/>
              <a:t>எண்ணிக்கை 3 க்கும் குறையாதபோது லூப் நிறுத்தப்படும்.</a:t>
            </a:r>
            <a:endParaRPr lang="en-GB" sz="1400" dirty="0"/>
          </a:p>
        </p:txBody>
      </p:sp>
      <p:pic>
        <p:nvPicPr>
          <p:cNvPr id="8" name="Picture 7">
            <a:extLst>
              <a:ext uri="{FF2B5EF4-FFF2-40B4-BE49-F238E27FC236}">
                <a16:creationId xmlns="" xmlns:a16="http://schemas.microsoft.com/office/drawing/2014/main" id="{25DD9C8B-E88E-D8FD-F4C2-BD1F2A7470BD}"/>
              </a:ext>
            </a:extLst>
          </p:cNvPr>
          <p:cNvPicPr>
            <a:picLocks noChangeAspect="1"/>
          </p:cNvPicPr>
          <p:nvPr/>
        </p:nvPicPr>
        <p:blipFill>
          <a:blip r:embed="rId3"/>
          <a:stretch>
            <a:fillRect/>
          </a:stretch>
        </p:blipFill>
        <p:spPr>
          <a:xfrm>
            <a:off x="6898874" y="18842"/>
            <a:ext cx="2086266" cy="2267266"/>
          </a:xfrm>
          <a:prstGeom prst="rect">
            <a:avLst/>
          </a:prstGeom>
        </p:spPr>
      </p:pic>
      <p:pic>
        <p:nvPicPr>
          <p:cNvPr id="10" name="Picture 9">
            <a:extLst>
              <a:ext uri="{FF2B5EF4-FFF2-40B4-BE49-F238E27FC236}">
                <a16:creationId xmlns="" xmlns:a16="http://schemas.microsoft.com/office/drawing/2014/main" id="{FCBF8C7E-41FB-A1FE-5873-79C567486F11}"/>
              </a:ext>
            </a:extLst>
          </p:cNvPr>
          <p:cNvPicPr>
            <a:picLocks noChangeAspect="1"/>
          </p:cNvPicPr>
          <p:nvPr/>
        </p:nvPicPr>
        <p:blipFill>
          <a:blip r:embed="rId4"/>
          <a:stretch>
            <a:fillRect/>
          </a:stretch>
        </p:blipFill>
        <p:spPr>
          <a:xfrm>
            <a:off x="6299932" y="2286108"/>
            <a:ext cx="2829320" cy="1790950"/>
          </a:xfrm>
          <a:prstGeom prst="rect">
            <a:avLst/>
          </a:prstGeom>
        </p:spPr>
      </p:pic>
    </p:spTree>
    <p:extLst>
      <p:ext uri="{BB962C8B-B14F-4D97-AF65-F5344CB8AC3E}">
        <p14:creationId xmlns:p14="http://schemas.microsoft.com/office/powerpoint/2010/main" val="3980030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4965C3-DCD2-000A-7543-EB883F3D26C5}"/>
              </a:ext>
            </a:extLst>
          </p:cNvPr>
          <p:cNvSpPr>
            <a:spLocks noGrp="1"/>
          </p:cNvSpPr>
          <p:nvPr>
            <p:ph type="title"/>
          </p:nvPr>
        </p:nvSpPr>
        <p:spPr/>
        <p:txBody>
          <a:bodyPr/>
          <a:lstStyle/>
          <a:p>
            <a:r>
              <a:rPr lang="ta-IN" dirty="0"/>
              <a:t>பைதான் டெனில் சூழல்கள் பயன்படுத்துதல்</a:t>
            </a:r>
            <a:endParaRPr lang="en-GB" dirty="0"/>
          </a:p>
        </p:txBody>
      </p:sp>
      <p:sp>
        <p:nvSpPr>
          <p:cNvPr id="3" name="Text Placeholder 2">
            <a:extLst>
              <a:ext uri="{FF2B5EF4-FFF2-40B4-BE49-F238E27FC236}">
                <a16:creationId xmlns="" xmlns:a16="http://schemas.microsoft.com/office/drawing/2014/main" id="{63D5BC0C-0FD4-E385-F839-BDC985213724}"/>
              </a:ext>
            </a:extLst>
          </p:cNvPr>
          <p:cNvSpPr>
            <a:spLocks noGrp="1"/>
          </p:cNvSpPr>
          <p:nvPr>
            <p:ph type="body" idx="1"/>
          </p:nvPr>
        </p:nvSpPr>
        <p:spPr>
          <a:xfrm>
            <a:off x="311700" y="1152475"/>
            <a:ext cx="8520600" cy="3231624"/>
          </a:xfrm>
        </p:spPr>
        <p:txBody>
          <a:bodyPr/>
          <a:lstStyle/>
          <a:p>
            <a:r>
              <a:rPr lang="ta-IN" dirty="0"/>
              <a:t>41 – 49 நிலைகளைச் செய்யுங்கள்</a:t>
            </a:r>
          </a:p>
          <a:p>
            <a:endParaRPr lang="ta-IN" dirty="0"/>
          </a:p>
          <a:p>
            <a:r>
              <a:rPr lang="ta-IN" dirty="0"/>
              <a:t>குறிப்புகள்</a:t>
            </a:r>
          </a:p>
          <a:p>
            <a:r>
              <a:rPr lang="ta-IN" dirty="0"/>
              <a:t>நிலை 44 - 45: </a:t>
            </a:r>
            <a:r>
              <a:rPr lang="en-GB" dirty="0"/>
              <a:t>while </a:t>
            </a:r>
            <a:r>
              <a:rPr lang="ta-IN" dirty="0"/>
              <a:t>லூப்களைப் போலவே, நீங்கள் மற்றொரு </a:t>
            </a:r>
            <a:r>
              <a:rPr lang="en-GB" dirty="0"/>
              <a:t>for loop-</a:t>
            </a:r>
            <a:r>
              <a:rPr lang="ta-IN" dirty="0"/>
              <a:t>க்குள் ஒரு </a:t>
            </a:r>
            <a:r>
              <a:rPr lang="en-GB" dirty="0"/>
              <a:t>for loop-</a:t>
            </a:r>
            <a:r>
              <a:rPr lang="ta-IN" dirty="0"/>
              <a:t>ஐ வைக்கலாம். இது </a:t>
            </a:r>
            <a:r>
              <a:rPr lang="en-GB" dirty="0"/>
              <a:t>nested iteration </a:t>
            </a:r>
            <a:r>
              <a:rPr lang="ta-IN" dirty="0"/>
              <a:t>என்று அழைக்கப்படுகிறது.</a:t>
            </a:r>
          </a:p>
          <a:p>
            <a:r>
              <a:rPr lang="ta-IN" dirty="0"/>
              <a:t>நிலை 46 - 48: </a:t>
            </a:r>
            <a:r>
              <a:rPr lang="en-GB" dirty="0"/>
              <a:t>while </a:t>
            </a:r>
            <a:r>
              <a:rPr lang="ta-IN" dirty="0"/>
              <a:t>லூப்பில் ஒரு </a:t>
            </a:r>
            <a:r>
              <a:rPr lang="en-GB" dirty="0"/>
              <a:t>for loop-</a:t>
            </a:r>
            <a:r>
              <a:rPr lang="ta-IN" dirty="0"/>
              <a:t>ஐ வைக்கலாம் மற்றும் மீண்டும் மீண்டும் செய்யப்படும் எண்ணிக்கை ஒரு மாறியாக இருக்கலாம்</a:t>
            </a:r>
          </a:p>
          <a:p>
            <a:r>
              <a:rPr lang="ta-IN" dirty="0"/>
              <a:t>நிலை 49: ஒரு </a:t>
            </a:r>
            <a:r>
              <a:rPr lang="en-GB" dirty="0"/>
              <a:t>for loop-</a:t>
            </a:r>
            <a:r>
              <a:rPr lang="ta-IN" dirty="0"/>
              <a:t>லும் ஒரு </a:t>
            </a:r>
            <a:r>
              <a:rPr lang="en-GB" dirty="0"/>
              <a:t>for loop-</a:t>
            </a:r>
            <a:r>
              <a:rPr lang="ta-IN" dirty="0"/>
              <a:t>ஐ வைத்திருக்கலாம். இந்த நிலை நிலைகளில் தீர்க்கப்பட வேண்டும்…</a:t>
            </a:r>
            <a:endParaRPr lang="en-GB" dirty="0"/>
          </a:p>
        </p:txBody>
      </p:sp>
      <p:sp>
        <p:nvSpPr>
          <p:cNvPr id="4" name="Google Shape;120;p22">
            <a:extLst>
              <a:ext uri="{FF2B5EF4-FFF2-40B4-BE49-F238E27FC236}">
                <a16:creationId xmlns="" xmlns:a16="http://schemas.microsoft.com/office/drawing/2014/main" id="{0548D796-6795-486C-961F-F66DC594ECC2}"/>
              </a:ext>
            </a:extLst>
          </p:cNvPr>
          <p:cNvSpPr/>
          <p:nvPr/>
        </p:nvSpPr>
        <p:spPr>
          <a:xfrm>
            <a:off x="7578900" y="2952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1</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1148474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A98A31FC-7D29-9C59-4451-09A9A6FE9A7A}"/>
              </a:ext>
            </a:extLst>
          </p:cNvPr>
          <p:cNvSpPr>
            <a:spLocks noGrp="1"/>
          </p:cNvSpPr>
          <p:nvPr>
            <p:ph type="title"/>
          </p:nvPr>
        </p:nvSpPr>
        <p:spPr/>
        <p:txBody>
          <a:bodyPr/>
          <a:lstStyle/>
          <a:p>
            <a:r>
              <a:rPr lang="ta-IN" dirty="0"/>
              <a:t>செயல்பாடு 2: பைத்தானில் உள்ள சுழல்களுக்கு</a:t>
            </a:r>
            <a:endParaRPr lang="en-GB" dirty="0"/>
          </a:p>
        </p:txBody>
      </p:sp>
    </p:spTree>
    <p:extLst>
      <p:ext uri="{BB962C8B-B14F-4D97-AF65-F5344CB8AC3E}">
        <p14:creationId xmlns:p14="http://schemas.microsoft.com/office/powerpoint/2010/main" val="3566909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9222D71C-F3FD-6E25-FE04-4D85493113A5}"/>
              </a:ext>
            </a:extLst>
          </p:cNvPr>
          <p:cNvSpPr>
            <a:spLocks noGrp="1"/>
          </p:cNvSpPr>
          <p:nvPr>
            <p:ph type="title"/>
          </p:nvPr>
        </p:nvSpPr>
        <p:spPr/>
        <p:txBody>
          <a:bodyPr/>
          <a:lstStyle/>
          <a:p>
            <a:r>
              <a:rPr lang="ta-IN" dirty="0"/>
              <a:t>சுழல்களுக்குப் பயன்படுத்துதல்</a:t>
            </a:r>
            <a:endParaRPr lang="en-GB" dirty="0"/>
          </a:p>
        </p:txBody>
      </p:sp>
      <p:sp>
        <p:nvSpPr>
          <p:cNvPr id="4" name="Text Placeholder 3">
            <a:extLst>
              <a:ext uri="{FF2B5EF4-FFF2-40B4-BE49-F238E27FC236}">
                <a16:creationId xmlns="" xmlns:a16="http://schemas.microsoft.com/office/drawing/2014/main" id="{286EB7E6-FA9F-377D-B89C-BCE0B51BDBFC}"/>
              </a:ext>
            </a:extLst>
          </p:cNvPr>
          <p:cNvSpPr>
            <a:spLocks noGrp="1"/>
          </p:cNvSpPr>
          <p:nvPr>
            <p:ph type="body" idx="1"/>
          </p:nvPr>
        </p:nvSpPr>
        <p:spPr>
          <a:xfrm>
            <a:off x="311700" y="1152475"/>
            <a:ext cx="5083507" cy="2400627"/>
          </a:xfrm>
        </p:spPr>
        <p:txBody>
          <a:bodyPr/>
          <a:lstStyle/>
          <a:p>
            <a:r>
              <a:rPr lang="en-IN" dirty="0" smtClean="0"/>
              <a:t>For loop </a:t>
            </a:r>
            <a:r>
              <a:rPr lang="ta-IN" dirty="0" smtClean="0"/>
              <a:t> </a:t>
            </a:r>
            <a:r>
              <a:rPr lang="ta-IN" dirty="0"/>
              <a:t>இன்னும் கூர்ந்து கவனிப்போம்</a:t>
            </a:r>
          </a:p>
          <a:p>
            <a:r>
              <a:rPr lang="ta-IN" dirty="0"/>
              <a:t>இந்த இரண்டு நிரல்களும் ஒரே வெளியீட்டை உருவாக்குகின்றன</a:t>
            </a:r>
          </a:p>
          <a:p>
            <a:endParaRPr lang="ta-IN" dirty="0"/>
          </a:p>
          <a:p>
            <a:r>
              <a:rPr lang="ta-IN" dirty="0"/>
              <a:t>அவை இரண்டும் 0 முதல் 9 வரையிலான முழு எண்களை வெளியிடுகின்றன.</a:t>
            </a:r>
            <a:endParaRPr lang="en-GB" dirty="0"/>
          </a:p>
        </p:txBody>
      </p:sp>
      <p:pic>
        <p:nvPicPr>
          <p:cNvPr id="6" name="Picture 5">
            <a:extLst>
              <a:ext uri="{FF2B5EF4-FFF2-40B4-BE49-F238E27FC236}">
                <a16:creationId xmlns="" xmlns:a16="http://schemas.microsoft.com/office/drawing/2014/main" id="{C8A5519A-3AC3-234E-AB4B-783192059065}"/>
              </a:ext>
            </a:extLst>
          </p:cNvPr>
          <p:cNvPicPr>
            <a:picLocks noChangeAspect="1"/>
          </p:cNvPicPr>
          <p:nvPr/>
        </p:nvPicPr>
        <p:blipFill>
          <a:blip r:embed="rId2"/>
          <a:stretch>
            <a:fillRect/>
          </a:stretch>
        </p:blipFill>
        <p:spPr>
          <a:xfrm>
            <a:off x="5707664" y="860525"/>
            <a:ext cx="2857899" cy="1028844"/>
          </a:xfrm>
          <a:prstGeom prst="rect">
            <a:avLst/>
          </a:prstGeom>
        </p:spPr>
      </p:pic>
      <p:pic>
        <p:nvPicPr>
          <p:cNvPr id="8" name="Picture 7">
            <a:extLst>
              <a:ext uri="{FF2B5EF4-FFF2-40B4-BE49-F238E27FC236}">
                <a16:creationId xmlns="" xmlns:a16="http://schemas.microsoft.com/office/drawing/2014/main" id="{202D730F-4255-8466-2137-B6FE81552E4B}"/>
              </a:ext>
            </a:extLst>
          </p:cNvPr>
          <p:cNvPicPr>
            <a:picLocks noChangeAspect="1"/>
          </p:cNvPicPr>
          <p:nvPr/>
        </p:nvPicPr>
        <p:blipFill>
          <a:blip r:embed="rId3"/>
          <a:stretch>
            <a:fillRect/>
          </a:stretch>
        </p:blipFill>
        <p:spPr>
          <a:xfrm>
            <a:off x="5707664" y="2298246"/>
            <a:ext cx="3124636" cy="581106"/>
          </a:xfrm>
          <a:prstGeom prst="rect">
            <a:avLst/>
          </a:prstGeom>
        </p:spPr>
      </p:pic>
      <p:sp>
        <p:nvSpPr>
          <p:cNvPr id="5" name="Google Shape;120;p22">
            <a:extLst>
              <a:ext uri="{FF2B5EF4-FFF2-40B4-BE49-F238E27FC236}">
                <a16:creationId xmlns="" xmlns:a16="http://schemas.microsoft.com/office/drawing/2014/main" id="{B4B1A507-490D-A002-5174-EE89D0874E39}"/>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2</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479888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8A14AA-1CA9-4631-1EC8-5B1CF85D36FB}"/>
              </a:ext>
            </a:extLst>
          </p:cNvPr>
          <p:cNvSpPr>
            <a:spLocks noGrp="1"/>
          </p:cNvSpPr>
          <p:nvPr>
            <p:ph type="title"/>
          </p:nvPr>
        </p:nvSpPr>
        <p:spPr/>
        <p:txBody>
          <a:bodyPr/>
          <a:lstStyle/>
          <a:p>
            <a:r>
              <a:rPr lang="ta-IN" dirty="0"/>
              <a:t>சுழல்களுக்குப் பயன்படுத்துதல்</a:t>
            </a:r>
            <a:endParaRPr lang="en-GB" dirty="0"/>
          </a:p>
        </p:txBody>
      </p:sp>
      <p:sp>
        <p:nvSpPr>
          <p:cNvPr id="3" name="Text Placeholder 2">
            <a:extLst>
              <a:ext uri="{FF2B5EF4-FFF2-40B4-BE49-F238E27FC236}">
                <a16:creationId xmlns="" xmlns:a16="http://schemas.microsoft.com/office/drawing/2014/main" id="{7B52AAE0-CE52-00DC-B1C0-BB336C4F25F9}"/>
              </a:ext>
            </a:extLst>
          </p:cNvPr>
          <p:cNvSpPr>
            <a:spLocks noGrp="1"/>
          </p:cNvSpPr>
          <p:nvPr>
            <p:ph type="body" idx="1"/>
          </p:nvPr>
        </p:nvSpPr>
        <p:spPr>
          <a:xfrm>
            <a:off x="279043" y="883053"/>
            <a:ext cx="4888950" cy="3631733"/>
          </a:xfrm>
        </p:spPr>
        <p:txBody>
          <a:bodyPr/>
          <a:lstStyle/>
          <a:p>
            <a:r>
              <a:rPr lang="ta-IN" sz="1600" dirty="0"/>
              <a:t>வரி 1 எண்ணிக்கை எனப்படும் ஒரு மாறியை உருவாக்குகிறது</a:t>
            </a:r>
          </a:p>
          <a:p>
            <a:r>
              <a:rPr lang="ta-IN" sz="1600" dirty="0"/>
              <a:t>வரம்பு(10) 0 முதல் 9 வரையிலான மதிப்புகளைக் குறிக்கிறது</a:t>
            </a:r>
          </a:p>
          <a:p>
            <a:r>
              <a:rPr lang="ta-IN" sz="1600" dirty="0"/>
              <a:t>மாறி எண்ணிக்கை 0 ஆக அமைக்கப்பட்டுள்ளது</a:t>
            </a:r>
          </a:p>
          <a:p>
            <a:r>
              <a:rPr lang="ta-IN" sz="1600" dirty="0"/>
              <a:t>எண்ணிக்கை 10 க்கும் குறைவாக இருக்கும்போது லூப் மீண்டும் நிகழும்</a:t>
            </a:r>
          </a:p>
          <a:p>
            <a:r>
              <a:rPr lang="en-GB" sz="1600" dirty="0"/>
              <a:t>for </a:t>
            </a:r>
            <a:r>
              <a:rPr lang="ta-IN" sz="1600" dirty="0"/>
              <a:t>லூப் ஒவ்வொரு லூப் மறு செய்கையிலும் தானாகவே எண்ணிக்கையை 1 அதிகரிக்கிறது</a:t>
            </a:r>
          </a:p>
          <a:p>
            <a:endParaRPr lang="ta-IN" sz="1600" dirty="0"/>
          </a:p>
          <a:p>
            <a:r>
              <a:rPr lang="ta-IN" sz="1600" dirty="0"/>
              <a:t>இதை முயற்சிக்கவும்</a:t>
            </a:r>
          </a:p>
          <a:p>
            <a:r>
              <a:rPr lang="ta-IN" sz="1600" dirty="0"/>
              <a:t>20 வரை எண்ணுவதற்கு மாற்றவும்</a:t>
            </a:r>
            <a:endParaRPr lang="en-GB" sz="1600" dirty="0"/>
          </a:p>
        </p:txBody>
      </p:sp>
      <p:pic>
        <p:nvPicPr>
          <p:cNvPr id="5" name="Picture 4">
            <a:extLst>
              <a:ext uri="{FF2B5EF4-FFF2-40B4-BE49-F238E27FC236}">
                <a16:creationId xmlns="" xmlns:a16="http://schemas.microsoft.com/office/drawing/2014/main" id="{81FD86FF-83C6-80EE-7425-73008EF2F282}"/>
              </a:ext>
            </a:extLst>
          </p:cNvPr>
          <p:cNvPicPr>
            <a:picLocks noChangeAspect="1"/>
          </p:cNvPicPr>
          <p:nvPr/>
        </p:nvPicPr>
        <p:blipFill>
          <a:blip r:embed="rId2"/>
          <a:stretch>
            <a:fillRect/>
          </a:stretch>
        </p:blipFill>
        <p:spPr>
          <a:xfrm>
            <a:off x="5536190" y="1649224"/>
            <a:ext cx="314369" cy="2543530"/>
          </a:xfrm>
          <a:prstGeom prst="rect">
            <a:avLst/>
          </a:prstGeom>
        </p:spPr>
      </p:pic>
      <p:pic>
        <p:nvPicPr>
          <p:cNvPr id="7" name="Picture 6">
            <a:extLst>
              <a:ext uri="{FF2B5EF4-FFF2-40B4-BE49-F238E27FC236}">
                <a16:creationId xmlns="" xmlns:a16="http://schemas.microsoft.com/office/drawing/2014/main" id="{71544908-1638-904D-EE57-214D0CBBB361}"/>
              </a:ext>
            </a:extLst>
          </p:cNvPr>
          <p:cNvPicPr>
            <a:picLocks noChangeAspect="1"/>
          </p:cNvPicPr>
          <p:nvPr/>
        </p:nvPicPr>
        <p:blipFill>
          <a:blip r:embed="rId3"/>
          <a:stretch>
            <a:fillRect/>
          </a:stretch>
        </p:blipFill>
        <p:spPr>
          <a:xfrm>
            <a:off x="5536190" y="790473"/>
            <a:ext cx="3296110" cy="724001"/>
          </a:xfrm>
          <a:prstGeom prst="rect">
            <a:avLst/>
          </a:prstGeom>
        </p:spPr>
      </p:pic>
      <p:sp>
        <p:nvSpPr>
          <p:cNvPr id="4" name="Google Shape;120;p22">
            <a:extLst>
              <a:ext uri="{FF2B5EF4-FFF2-40B4-BE49-F238E27FC236}">
                <a16:creationId xmlns="" xmlns:a16="http://schemas.microsoft.com/office/drawing/2014/main" id="{555997D6-0372-08FA-A4F6-45C517E54B4C}"/>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2</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186453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par>
                          <p:cTn id="38" fill="hold">
                            <p:stCondLst>
                              <p:cond delay="500"/>
                            </p:stCondLst>
                            <p:childTnLst>
                              <p:par>
                                <p:cTn id="39" presetID="10" presetClass="entr" presetSubtype="0" fill="hold"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766190-24B1-2DE4-8B4F-9884C760F071}"/>
              </a:ext>
            </a:extLst>
          </p:cNvPr>
          <p:cNvSpPr>
            <a:spLocks noGrp="1"/>
          </p:cNvSpPr>
          <p:nvPr>
            <p:ph type="title"/>
          </p:nvPr>
        </p:nvSpPr>
        <p:spPr/>
        <p:txBody>
          <a:bodyPr/>
          <a:lstStyle/>
          <a:p>
            <a:r>
              <a:rPr lang="ta-IN" dirty="0"/>
              <a:t>சுழல்களுக்குப் பயன்படுத்துதல்</a:t>
            </a:r>
            <a:endParaRPr lang="en-GB" dirty="0"/>
          </a:p>
        </p:txBody>
      </p:sp>
      <p:pic>
        <p:nvPicPr>
          <p:cNvPr id="5" name="Picture 4">
            <a:extLst>
              <a:ext uri="{FF2B5EF4-FFF2-40B4-BE49-F238E27FC236}">
                <a16:creationId xmlns="" xmlns:a16="http://schemas.microsoft.com/office/drawing/2014/main" id="{59D22803-EC27-439B-1379-16EEC7C49630}"/>
              </a:ext>
            </a:extLst>
          </p:cNvPr>
          <p:cNvPicPr>
            <a:picLocks noChangeAspect="1"/>
          </p:cNvPicPr>
          <p:nvPr/>
        </p:nvPicPr>
        <p:blipFill>
          <a:blip r:embed="rId2"/>
          <a:stretch>
            <a:fillRect/>
          </a:stretch>
        </p:blipFill>
        <p:spPr>
          <a:xfrm>
            <a:off x="2998718" y="1152474"/>
            <a:ext cx="3448531" cy="543001"/>
          </a:xfrm>
          <a:prstGeom prst="rect">
            <a:avLst/>
          </a:prstGeom>
        </p:spPr>
      </p:pic>
      <p:pic>
        <p:nvPicPr>
          <p:cNvPr id="7" name="Picture 6">
            <a:extLst>
              <a:ext uri="{FF2B5EF4-FFF2-40B4-BE49-F238E27FC236}">
                <a16:creationId xmlns="" xmlns:a16="http://schemas.microsoft.com/office/drawing/2014/main" id="{DACA062C-81E1-5C0E-D001-7C4A9C600F66}"/>
              </a:ext>
            </a:extLst>
          </p:cNvPr>
          <p:cNvPicPr>
            <a:picLocks noChangeAspect="1"/>
          </p:cNvPicPr>
          <p:nvPr/>
        </p:nvPicPr>
        <p:blipFill>
          <a:blip r:embed="rId3"/>
          <a:stretch>
            <a:fillRect/>
          </a:stretch>
        </p:blipFill>
        <p:spPr>
          <a:xfrm>
            <a:off x="6395205" y="312317"/>
            <a:ext cx="234943" cy="3994033"/>
          </a:xfrm>
          <a:prstGeom prst="rect">
            <a:avLst/>
          </a:prstGeom>
        </p:spPr>
      </p:pic>
      <p:sp>
        <p:nvSpPr>
          <p:cNvPr id="4" name="Google Shape;120;p22">
            <a:extLst>
              <a:ext uri="{FF2B5EF4-FFF2-40B4-BE49-F238E27FC236}">
                <a16:creationId xmlns="" xmlns:a16="http://schemas.microsoft.com/office/drawing/2014/main" id="{A36BF13A-BF49-DC2A-1950-99F103BB7419}"/>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2</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1203955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8A14AA-1CA9-4631-1EC8-5B1CF85D36FB}"/>
              </a:ext>
            </a:extLst>
          </p:cNvPr>
          <p:cNvSpPr>
            <a:spLocks noGrp="1"/>
          </p:cNvSpPr>
          <p:nvPr>
            <p:ph type="title"/>
          </p:nvPr>
        </p:nvSpPr>
        <p:spPr/>
        <p:txBody>
          <a:bodyPr/>
          <a:lstStyle/>
          <a:p>
            <a:r>
              <a:rPr lang="ta-IN" dirty="0"/>
              <a:t>சுழல்களுக்குப் பயன்படுத்துதல்</a:t>
            </a:r>
            <a:endParaRPr lang="en-GB" dirty="0"/>
          </a:p>
        </p:txBody>
      </p:sp>
      <p:sp>
        <p:nvSpPr>
          <p:cNvPr id="3" name="Text Placeholder 2">
            <a:extLst>
              <a:ext uri="{FF2B5EF4-FFF2-40B4-BE49-F238E27FC236}">
                <a16:creationId xmlns="" xmlns:a16="http://schemas.microsoft.com/office/drawing/2014/main" id="{7B52AAE0-CE52-00DC-B1C0-BB336C4F25F9}"/>
              </a:ext>
            </a:extLst>
          </p:cNvPr>
          <p:cNvSpPr>
            <a:spLocks noGrp="1"/>
          </p:cNvSpPr>
          <p:nvPr>
            <p:ph type="body" idx="1"/>
          </p:nvPr>
        </p:nvSpPr>
        <p:spPr>
          <a:xfrm>
            <a:off x="311700" y="1152475"/>
            <a:ext cx="4888950" cy="1569630"/>
          </a:xfrm>
        </p:spPr>
        <p:txBody>
          <a:bodyPr/>
          <a:lstStyle/>
          <a:p>
            <a:r>
              <a:rPr lang="ta-IN" dirty="0"/>
              <a:t>எந்த மதிப்பு எண்ணிக்கையுடன் தொடங்குகிறது என்பதை நீங்கள் இவ்வாறு குறிப்பிடலாம்:</a:t>
            </a:r>
          </a:p>
          <a:p>
            <a:endParaRPr lang="ta-IN" dirty="0"/>
          </a:p>
          <a:p>
            <a:r>
              <a:rPr lang="ta-IN" dirty="0"/>
              <a:t>இதை முயற்சிக்கவும்</a:t>
            </a:r>
            <a:endParaRPr lang="en-GB" dirty="0"/>
          </a:p>
        </p:txBody>
      </p:sp>
      <p:pic>
        <p:nvPicPr>
          <p:cNvPr id="6" name="Picture 5">
            <a:extLst>
              <a:ext uri="{FF2B5EF4-FFF2-40B4-BE49-F238E27FC236}">
                <a16:creationId xmlns="" xmlns:a16="http://schemas.microsoft.com/office/drawing/2014/main" id="{450484AB-71AE-DA42-9E3B-51EA8DCA34F8}"/>
              </a:ext>
            </a:extLst>
          </p:cNvPr>
          <p:cNvPicPr>
            <a:picLocks noChangeAspect="1"/>
          </p:cNvPicPr>
          <p:nvPr/>
        </p:nvPicPr>
        <p:blipFill>
          <a:blip r:embed="rId2"/>
          <a:stretch>
            <a:fillRect/>
          </a:stretch>
        </p:blipFill>
        <p:spPr>
          <a:xfrm>
            <a:off x="5200650" y="1152475"/>
            <a:ext cx="3829584" cy="514422"/>
          </a:xfrm>
          <a:prstGeom prst="rect">
            <a:avLst/>
          </a:prstGeom>
        </p:spPr>
      </p:pic>
      <p:pic>
        <p:nvPicPr>
          <p:cNvPr id="9" name="Picture 8">
            <a:extLst>
              <a:ext uri="{FF2B5EF4-FFF2-40B4-BE49-F238E27FC236}">
                <a16:creationId xmlns="" xmlns:a16="http://schemas.microsoft.com/office/drawing/2014/main" id="{B24C6973-7441-421C-7D9D-CF2758A0EECB}"/>
              </a:ext>
            </a:extLst>
          </p:cNvPr>
          <p:cNvPicPr>
            <a:picLocks noChangeAspect="1"/>
          </p:cNvPicPr>
          <p:nvPr/>
        </p:nvPicPr>
        <p:blipFill>
          <a:blip r:embed="rId3"/>
          <a:stretch>
            <a:fillRect/>
          </a:stretch>
        </p:blipFill>
        <p:spPr>
          <a:xfrm>
            <a:off x="5200650" y="1829553"/>
            <a:ext cx="228632" cy="1238423"/>
          </a:xfrm>
          <a:prstGeom prst="rect">
            <a:avLst/>
          </a:prstGeom>
        </p:spPr>
      </p:pic>
      <p:sp>
        <p:nvSpPr>
          <p:cNvPr id="4" name="Google Shape;120;p22">
            <a:extLst>
              <a:ext uri="{FF2B5EF4-FFF2-40B4-BE49-F238E27FC236}">
                <a16:creationId xmlns="" xmlns:a16="http://schemas.microsoft.com/office/drawing/2014/main" id="{3830092E-2EF4-2D41-8EDC-181BB8EEC465}"/>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2</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1854856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8A14AA-1CA9-4631-1EC8-5B1CF85D36FB}"/>
              </a:ext>
            </a:extLst>
          </p:cNvPr>
          <p:cNvSpPr>
            <a:spLocks noGrp="1"/>
          </p:cNvSpPr>
          <p:nvPr>
            <p:ph type="title"/>
          </p:nvPr>
        </p:nvSpPr>
        <p:spPr/>
        <p:txBody>
          <a:bodyPr/>
          <a:lstStyle/>
          <a:p>
            <a:r>
              <a:rPr lang="ta-IN" dirty="0"/>
              <a:t>சுழல்களுக்குப் பயன்படுத்துதல்</a:t>
            </a:r>
            <a:endParaRPr lang="en-GB" dirty="0"/>
          </a:p>
        </p:txBody>
      </p:sp>
      <p:sp>
        <p:nvSpPr>
          <p:cNvPr id="3" name="Text Placeholder 2">
            <a:extLst>
              <a:ext uri="{FF2B5EF4-FFF2-40B4-BE49-F238E27FC236}">
                <a16:creationId xmlns="" xmlns:a16="http://schemas.microsoft.com/office/drawing/2014/main" id="{7B52AAE0-CE52-00DC-B1C0-BB336C4F25F9}"/>
              </a:ext>
            </a:extLst>
          </p:cNvPr>
          <p:cNvSpPr>
            <a:spLocks noGrp="1"/>
          </p:cNvSpPr>
          <p:nvPr>
            <p:ph type="body" idx="1"/>
          </p:nvPr>
        </p:nvSpPr>
        <p:spPr>
          <a:xfrm>
            <a:off x="311700" y="1152475"/>
            <a:ext cx="4090694" cy="2123628"/>
          </a:xfrm>
        </p:spPr>
        <p:txBody>
          <a:bodyPr/>
          <a:lstStyle/>
          <a:p>
            <a:r>
              <a:rPr lang="ta-IN" dirty="0"/>
              <a:t>ஒவ்வொரு சூழல்கள்  மறு செய்கையிலும் எவ்வளவு எண்ணிக்கையை அதிகரிக்க வேண்டும் என்பதையும் நீங்கள் குறிப்பிடலாம்.</a:t>
            </a:r>
          </a:p>
          <a:p>
            <a:endParaRPr lang="ta-IN" dirty="0"/>
          </a:p>
          <a:p>
            <a:r>
              <a:rPr lang="ta-IN" dirty="0"/>
              <a:t>இதை முயற்சிக்கவும்</a:t>
            </a:r>
            <a:endParaRPr lang="en-GB" dirty="0"/>
          </a:p>
        </p:txBody>
      </p:sp>
      <p:pic>
        <p:nvPicPr>
          <p:cNvPr id="5" name="Picture 4">
            <a:extLst>
              <a:ext uri="{FF2B5EF4-FFF2-40B4-BE49-F238E27FC236}">
                <a16:creationId xmlns="" xmlns:a16="http://schemas.microsoft.com/office/drawing/2014/main" id="{B76BE1C1-FA12-3540-D278-CFC9C81DB356}"/>
              </a:ext>
            </a:extLst>
          </p:cNvPr>
          <p:cNvPicPr>
            <a:picLocks noChangeAspect="1"/>
          </p:cNvPicPr>
          <p:nvPr/>
        </p:nvPicPr>
        <p:blipFill>
          <a:blip r:embed="rId2"/>
          <a:stretch>
            <a:fillRect/>
          </a:stretch>
        </p:blipFill>
        <p:spPr>
          <a:xfrm>
            <a:off x="4659018" y="1265018"/>
            <a:ext cx="4382112" cy="504895"/>
          </a:xfrm>
          <a:prstGeom prst="rect">
            <a:avLst/>
          </a:prstGeom>
        </p:spPr>
      </p:pic>
      <p:pic>
        <p:nvPicPr>
          <p:cNvPr id="8" name="Picture 7">
            <a:extLst>
              <a:ext uri="{FF2B5EF4-FFF2-40B4-BE49-F238E27FC236}">
                <a16:creationId xmlns="" xmlns:a16="http://schemas.microsoft.com/office/drawing/2014/main" id="{1289BDBA-3E0D-CC58-77A9-145622A34DA2}"/>
              </a:ext>
            </a:extLst>
          </p:cNvPr>
          <p:cNvPicPr>
            <a:picLocks noChangeAspect="1"/>
          </p:cNvPicPr>
          <p:nvPr/>
        </p:nvPicPr>
        <p:blipFill>
          <a:blip r:embed="rId3"/>
          <a:stretch>
            <a:fillRect/>
          </a:stretch>
        </p:blipFill>
        <p:spPr>
          <a:xfrm>
            <a:off x="4688148" y="1954985"/>
            <a:ext cx="409632" cy="1257475"/>
          </a:xfrm>
          <a:prstGeom prst="rect">
            <a:avLst/>
          </a:prstGeom>
        </p:spPr>
      </p:pic>
      <p:sp>
        <p:nvSpPr>
          <p:cNvPr id="4" name="Google Shape;120;p22">
            <a:extLst>
              <a:ext uri="{FF2B5EF4-FFF2-40B4-BE49-F238E27FC236}">
                <a16:creationId xmlns="" xmlns:a16="http://schemas.microsoft.com/office/drawing/2014/main" id="{9553C9AE-A524-3A8D-BC68-24DFEAD3E4F1}"/>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2</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2364245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8A14AA-1CA9-4631-1EC8-5B1CF85D36FB}"/>
              </a:ext>
            </a:extLst>
          </p:cNvPr>
          <p:cNvSpPr>
            <a:spLocks noGrp="1"/>
          </p:cNvSpPr>
          <p:nvPr>
            <p:ph type="title"/>
          </p:nvPr>
        </p:nvSpPr>
        <p:spPr/>
        <p:txBody>
          <a:bodyPr/>
          <a:lstStyle/>
          <a:p>
            <a:r>
              <a:rPr lang="ta-IN" dirty="0"/>
              <a:t>சுழல்களுக்குப் பயன்படுத்துதல்</a:t>
            </a:r>
            <a:endParaRPr lang="en-GB" dirty="0"/>
          </a:p>
        </p:txBody>
      </p:sp>
      <p:sp>
        <p:nvSpPr>
          <p:cNvPr id="3" name="Text Placeholder 2">
            <a:extLst>
              <a:ext uri="{FF2B5EF4-FFF2-40B4-BE49-F238E27FC236}">
                <a16:creationId xmlns="" xmlns:a16="http://schemas.microsoft.com/office/drawing/2014/main" id="{7B52AAE0-CE52-00DC-B1C0-BB336C4F25F9}"/>
              </a:ext>
            </a:extLst>
          </p:cNvPr>
          <p:cNvSpPr>
            <a:spLocks noGrp="1"/>
          </p:cNvSpPr>
          <p:nvPr>
            <p:ph type="body" idx="1"/>
          </p:nvPr>
        </p:nvSpPr>
        <p:spPr>
          <a:xfrm>
            <a:off x="311700" y="1152475"/>
            <a:ext cx="3974550" cy="2400627"/>
          </a:xfrm>
        </p:spPr>
        <p:txBody>
          <a:bodyPr/>
          <a:lstStyle/>
          <a:p>
            <a:r>
              <a:rPr lang="ta-IN" dirty="0"/>
              <a:t>நீங்கள் பின்னோக்கி எண்ணலாம்</a:t>
            </a:r>
          </a:p>
          <a:p>
            <a:endParaRPr lang="ta-IN" dirty="0"/>
          </a:p>
          <a:p>
            <a:r>
              <a:rPr lang="ta-IN" dirty="0"/>
              <a:t>இதை முயற்சிக்கவும்</a:t>
            </a:r>
          </a:p>
          <a:p>
            <a:endParaRPr lang="ta-IN" dirty="0"/>
          </a:p>
          <a:p>
            <a:r>
              <a:rPr lang="ta-IN" dirty="0"/>
              <a:t>உங்கள் பணித்தாளில் செயல்பாடு 2 ஐச் செய்யுங்கள்</a:t>
            </a:r>
            <a:endParaRPr lang="en-GB" dirty="0"/>
          </a:p>
        </p:txBody>
      </p:sp>
      <p:pic>
        <p:nvPicPr>
          <p:cNvPr id="6" name="Picture 5">
            <a:extLst>
              <a:ext uri="{FF2B5EF4-FFF2-40B4-BE49-F238E27FC236}">
                <a16:creationId xmlns="" xmlns:a16="http://schemas.microsoft.com/office/drawing/2014/main" id="{A7BF99B0-77FD-3EC3-77B6-0146122D98BA}"/>
              </a:ext>
            </a:extLst>
          </p:cNvPr>
          <p:cNvPicPr>
            <a:picLocks noChangeAspect="1"/>
          </p:cNvPicPr>
          <p:nvPr/>
        </p:nvPicPr>
        <p:blipFill>
          <a:blip r:embed="rId2"/>
          <a:stretch>
            <a:fillRect/>
          </a:stretch>
        </p:blipFill>
        <p:spPr>
          <a:xfrm>
            <a:off x="4659018" y="2085907"/>
            <a:ext cx="400106" cy="971686"/>
          </a:xfrm>
          <a:prstGeom prst="rect">
            <a:avLst/>
          </a:prstGeom>
        </p:spPr>
      </p:pic>
      <p:pic>
        <p:nvPicPr>
          <p:cNvPr id="9" name="Picture 8">
            <a:extLst>
              <a:ext uri="{FF2B5EF4-FFF2-40B4-BE49-F238E27FC236}">
                <a16:creationId xmlns="" xmlns:a16="http://schemas.microsoft.com/office/drawing/2014/main" id="{EF778A33-A5A1-34A6-5FEE-912B985566B9}"/>
              </a:ext>
            </a:extLst>
          </p:cNvPr>
          <p:cNvPicPr>
            <a:picLocks noChangeAspect="1"/>
          </p:cNvPicPr>
          <p:nvPr/>
        </p:nvPicPr>
        <p:blipFill>
          <a:blip r:embed="rId3"/>
          <a:stretch>
            <a:fillRect/>
          </a:stretch>
        </p:blipFill>
        <p:spPr>
          <a:xfrm>
            <a:off x="4572000" y="1345174"/>
            <a:ext cx="4363059" cy="476316"/>
          </a:xfrm>
          <a:prstGeom prst="rect">
            <a:avLst/>
          </a:prstGeom>
        </p:spPr>
      </p:pic>
      <p:sp>
        <p:nvSpPr>
          <p:cNvPr id="10" name="Google Shape;120;p22">
            <a:extLst>
              <a:ext uri="{FF2B5EF4-FFF2-40B4-BE49-F238E27FC236}">
                <a16:creationId xmlns="" xmlns:a16="http://schemas.microsoft.com/office/drawing/2014/main" id="{340B92B5-0376-65B1-9DDF-03A0C90E0E1D}"/>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2</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115045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prstGeom prst="rect">
            <a:avLst/>
          </a:prstGeom>
        </p:spPr>
        <p:txBody>
          <a:bodyPr spcFirstLastPara="1" wrap="square" lIns="59850" tIns="59850" rIns="59850" bIns="59850" anchor="t" anchorCtr="0">
            <a:noAutofit/>
          </a:bodyPr>
          <a:lstStyle/>
          <a:p>
            <a:pPr lvl="0"/>
            <a:r>
              <a:rPr lang="ta-IN" dirty="0"/>
              <a:t>செயல்பாடு 2 - பதில்கள்</a:t>
            </a:r>
            <a:endParaRPr dirty="0"/>
          </a:p>
        </p:txBody>
      </p:sp>
      <p:sp>
        <p:nvSpPr>
          <p:cNvPr id="126" name="Google Shape;126;p22"/>
          <p:cNvSpPr txBox="1">
            <a:spLocks noGrp="1"/>
          </p:cNvSpPr>
          <p:nvPr>
            <p:ph type="body" idx="1"/>
          </p:nvPr>
        </p:nvSpPr>
        <p:spPr>
          <a:xfrm>
            <a:off x="311700" y="1152475"/>
            <a:ext cx="8520600" cy="738633"/>
          </a:xfrm>
          <a:prstGeom prst="rect">
            <a:avLst/>
          </a:prstGeom>
        </p:spPr>
        <p:txBody>
          <a:bodyPr spcFirstLastPara="1" wrap="square" lIns="91425" tIns="91425" rIns="91425" bIns="91425" anchor="t" anchorCtr="0">
            <a:spAutoFit/>
          </a:bodyPr>
          <a:lstStyle/>
          <a:p>
            <a:pPr marL="0" lvl="0" indent="0">
              <a:buNone/>
            </a:pPr>
            <a:r>
              <a:rPr lang="ta-IN" dirty="0"/>
              <a:t>உங்கள் வேலையைச் சரிபார்த்து, தேவைப்பட்டால் அதைச் சரிசெய்யவும்.</a:t>
            </a:r>
            <a:endParaRPr dirty="0"/>
          </a:p>
        </p:txBody>
      </p:sp>
      <p:sp>
        <p:nvSpPr>
          <p:cNvPr id="2" name="Google Shape;120;p22">
            <a:extLst>
              <a:ext uri="{FF2B5EF4-FFF2-40B4-BE49-F238E27FC236}">
                <a16:creationId xmlns="" xmlns:a16="http://schemas.microsoft.com/office/drawing/2014/main" id="{AD145A1E-BCF3-BC2B-D8F8-917A8C82A8C6}"/>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2</a:t>
            </a:r>
            <a:endParaRPr sz="1600" b="1" i="0" u="none" strike="noStrike" cap="none" dirty="0">
              <a:solidFill>
                <a:schemeClr val="lt1"/>
              </a:solidFill>
              <a:latin typeface="Arial" panose="020B0604020202020204" pitchFamily="34" charset="0"/>
              <a:ea typeface="Inter" panose="020B0604020202020204" charset="0"/>
              <a:sym typeface="Arial"/>
            </a:endParaRPr>
          </a:p>
        </p:txBody>
      </p:sp>
      <p:pic>
        <p:nvPicPr>
          <p:cNvPr id="4" name="Picture 3">
            <a:extLst>
              <a:ext uri="{FF2B5EF4-FFF2-40B4-BE49-F238E27FC236}">
                <a16:creationId xmlns="" xmlns:a16="http://schemas.microsoft.com/office/drawing/2014/main" id="{D6DD1D06-01F2-064B-02E7-F1AAC68BF809}"/>
              </a:ext>
            </a:extLst>
          </p:cNvPr>
          <p:cNvPicPr>
            <a:picLocks noChangeAspect="1"/>
          </p:cNvPicPr>
          <p:nvPr/>
        </p:nvPicPr>
        <p:blipFill>
          <a:blip r:embed="rId3"/>
          <a:stretch>
            <a:fillRect/>
          </a:stretch>
        </p:blipFill>
        <p:spPr>
          <a:xfrm>
            <a:off x="442899" y="1905167"/>
            <a:ext cx="4897222" cy="193446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0BD85144-05E9-E96D-9A79-40BAA799A8B1}"/>
              </a:ext>
            </a:extLst>
          </p:cNvPr>
          <p:cNvSpPr>
            <a:spLocks noGrp="1"/>
          </p:cNvSpPr>
          <p:nvPr>
            <p:ph type="title"/>
          </p:nvPr>
        </p:nvSpPr>
        <p:spPr>
          <a:xfrm>
            <a:off x="1240234" y="1688599"/>
            <a:ext cx="6663531" cy="756900"/>
          </a:xfrm>
        </p:spPr>
        <p:txBody>
          <a:bodyPr/>
          <a:lstStyle/>
          <a:p>
            <a:r>
              <a:rPr lang="ta-IN" dirty="0"/>
              <a:t>செயல்பாடு 3: சரங்களைக் கொண்ட சுழல்களுக்குப் பயன்படுத்துதல்</a:t>
            </a:r>
            <a:endParaRPr lang="en-GB" dirty="0"/>
          </a:p>
        </p:txBody>
      </p:sp>
    </p:spTree>
    <p:extLst>
      <p:ext uri="{BB962C8B-B14F-4D97-AF65-F5344CB8AC3E}">
        <p14:creationId xmlns:p14="http://schemas.microsoft.com/office/powerpoint/2010/main" val="3157930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325E1CE4-65D6-2687-5174-F29E1BFD8AAD}"/>
              </a:ext>
            </a:extLst>
          </p:cNvPr>
          <p:cNvSpPr>
            <a:spLocks noGrp="1"/>
          </p:cNvSpPr>
          <p:nvPr>
            <p:ph type="title"/>
          </p:nvPr>
        </p:nvSpPr>
        <p:spPr/>
        <p:txBody>
          <a:bodyPr/>
          <a:lstStyle/>
          <a:p>
            <a:r>
              <a:rPr lang="ta-IN" sz="2000" dirty="0"/>
              <a:t>சரங்களைக் கொண்ட சுழல்களுக்குப் பயன்படுத்துதல்</a:t>
            </a:r>
            <a:endParaRPr lang="en-GB" sz="2000" dirty="0"/>
          </a:p>
        </p:txBody>
      </p:sp>
      <p:sp>
        <p:nvSpPr>
          <p:cNvPr id="4" name="Text Placeholder 3">
            <a:extLst>
              <a:ext uri="{FF2B5EF4-FFF2-40B4-BE49-F238E27FC236}">
                <a16:creationId xmlns="" xmlns:a16="http://schemas.microsoft.com/office/drawing/2014/main" id="{DD7CAD84-92CE-4249-21D9-250FFDB1A5AB}"/>
              </a:ext>
            </a:extLst>
          </p:cNvPr>
          <p:cNvSpPr>
            <a:spLocks noGrp="1"/>
          </p:cNvSpPr>
          <p:nvPr>
            <p:ph type="body" idx="1"/>
          </p:nvPr>
        </p:nvSpPr>
        <p:spPr>
          <a:xfrm>
            <a:off x="311700" y="1152475"/>
            <a:ext cx="3951690" cy="2677626"/>
          </a:xfrm>
        </p:spPr>
        <p:txBody>
          <a:bodyPr/>
          <a:lstStyle/>
          <a:p>
            <a:r>
              <a:rPr lang="ta-IN" dirty="0"/>
              <a:t>நீங்கள் இது போன்ற ஒரு சரத்தின் மீது மீண்டும் மீண்டும் எழுதலாம்:</a:t>
            </a:r>
          </a:p>
          <a:p>
            <a:endParaRPr lang="ta-IN" dirty="0"/>
          </a:p>
          <a:p>
            <a:r>
              <a:rPr lang="ta-IN" dirty="0"/>
              <a:t>இதை முயற்சிக்கவும்</a:t>
            </a:r>
          </a:p>
          <a:p>
            <a:r>
              <a:rPr lang="ta-IN" dirty="0"/>
              <a:t>இதை சில முறை இயக்கி வெவ்வேறு சொற்றொடர்களை உள்ளிடவும்</a:t>
            </a:r>
            <a:endParaRPr lang="en-GB" dirty="0"/>
          </a:p>
        </p:txBody>
      </p:sp>
      <p:pic>
        <p:nvPicPr>
          <p:cNvPr id="6" name="Picture 5">
            <a:extLst>
              <a:ext uri="{FF2B5EF4-FFF2-40B4-BE49-F238E27FC236}">
                <a16:creationId xmlns="" xmlns:a16="http://schemas.microsoft.com/office/drawing/2014/main" id="{0C0FC240-EC00-9752-2992-6B699E6D7CF9}"/>
              </a:ext>
            </a:extLst>
          </p:cNvPr>
          <p:cNvPicPr>
            <a:picLocks noChangeAspect="1"/>
          </p:cNvPicPr>
          <p:nvPr/>
        </p:nvPicPr>
        <p:blipFill>
          <a:blip r:embed="rId2"/>
          <a:stretch>
            <a:fillRect/>
          </a:stretch>
        </p:blipFill>
        <p:spPr>
          <a:xfrm>
            <a:off x="4263390" y="1152475"/>
            <a:ext cx="4772691" cy="971686"/>
          </a:xfrm>
          <a:prstGeom prst="rect">
            <a:avLst/>
          </a:prstGeom>
        </p:spPr>
      </p:pic>
      <p:pic>
        <p:nvPicPr>
          <p:cNvPr id="8" name="Picture 7">
            <a:extLst>
              <a:ext uri="{FF2B5EF4-FFF2-40B4-BE49-F238E27FC236}">
                <a16:creationId xmlns="" xmlns:a16="http://schemas.microsoft.com/office/drawing/2014/main" id="{47CC4FBE-87F5-4C47-ED9A-5DCD228D159F}"/>
              </a:ext>
            </a:extLst>
          </p:cNvPr>
          <p:cNvPicPr>
            <a:picLocks noChangeAspect="1"/>
          </p:cNvPicPr>
          <p:nvPr/>
        </p:nvPicPr>
        <p:blipFill>
          <a:blip r:embed="rId3"/>
          <a:stretch>
            <a:fillRect/>
          </a:stretch>
        </p:blipFill>
        <p:spPr>
          <a:xfrm>
            <a:off x="4263390" y="2281049"/>
            <a:ext cx="2791215" cy="1476581"/>
          </a:xfrm>
          <a:prstGeom prst="rect">
            <a:avLst/>
          </a:prstGeom>
        </p:spPr>
      </p:pic>
      <p:sp>
        <p:nvSpPr>
          <p:cNvPr id="2" name="Google Shape;120;p22">
            <a:extLst>
              <a:ext uri="{FF2B5EF4-FFF2-40B4-BE49-F238E27FC236}">
                <a16:creationId xmlns="" xmlns:a16="http://schemas.microsoft.com/office/drawing/2014/main" id="{4969F917-C9C2-0EAF-678D-5C79F3330609}"/>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3</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299401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325E1CE4-65D6-2687-5174-F29E1BFD8AAD}"/>
              </a:ext>
            </a:extLst>
          </p:cNvPr>
          <p:cNvSpPr>
            <a:spLocks noGrp="1"/>
          </p:cNvSpPr>
          <p:nvPr>
            <p:ph type="title"/>
          </p:nvPr>
        </p:nvSpPr>
        <p:spPr/>
        <p:txBody>
          <a:bodyPr/>
          <a:lstStyle/>
          <a:p>
            <a:r>
              <a:rPr lang="ta-IN" sz="2000" dirty="0"/>
              <a:t>சரங்களைக் கொண்ட சுழல்களுக்குப் பயன்படுத்துதல்</a:t>
            </a:r>
            <a:endParaRPr lang="en-GB" sz="2000" dirty="0"/>
          </a:p>
        </p:txBody>
      </p:sp>
      <p:sp>
        <p:nvSpPr>
          <p:cNvPr id="4" name="Text Placeholder 3">
            <a:extLst>
              <a:ext uri="{FF2B5EF4-FFF2-40B4-BE49-F238E27FC236}">
                <a16:creationId xmlns="" xmlns:a16="http://schemas.microsoft.com/office/drawing/2014/main" id="{DD7CAD84-92CE-4249-21D9-250FFDB1A5AB}"/>
              </a:ext>
            </a:extLst>
          </p:cNvPr>
          <p:cNvSpPr>
            <a:spLocks noGrp="1"/>
          </p:cNvSpPr>
          <p:nvPr>
            <p:ph type="body" idx="1"/>
          </p:nvPr>
        </p:nvSpPr>
        <p:spPr>
          <a:xfrm>
            <a:off x="311699" y="1152475"/>
            <a:ext cx="4116767" cy="2769959"/>
          </a:xfrm>
        </p:spPr>
        <p:txBody>
          <a:bodyPr/>
          <a:lstStyle/>
          <a:p>
            <a:r>
              <a:rPr lang="ta-IN" sz="1400" dirty="0"/>
              <a:t>நீங்கள் இதையும் செய்யலாம்:</a:t>
            </a:r>
          </a:p>
          <a:p>
            <a:r>
              <a:rPr lang="ta-IN" sz="1400" dirty="0"/>
              <a:t>பைதான் சரங்கள் வரிசைகள் என்பதை அறிந்திருப்பதால் இது செயல்படுகிறது</a:t>
            </a:r>
          </a:p>
          <a:p>
            <a:r>
              <a:rPr lang="ta-IN" sz="1400" dirty="0"/>
              <a:t>ஒவ்வொரு மறு செய்கையிலும், மறைக்கப்பட்ட குறியீடுகளைப் பயன்படுத்தி சரத்தின் அடுத்த எழுத்துக்கு மாறி எழுத்து அமைக்கப்படுகிறது</a:t>
            </a:r>
          </a:p>
          <a:p>
            <a:r>
              <a:rPr lang="ta-IN" sz="1400" dirty="0"/>
              <a:t>இதை முயற்சிக்கவும்</a:t>
            </a:r>
          </a:p>
          <a:p>
            <a:r>
              <a:rPr lang="ta-IN" sz="1400" dirty="0"/>
              <a:t>உங்கள் பணித்தாளில் செயல்பாடு 3 ஐச் செய்யவும்</a:t>
            </a:r>
            <a:endParaRPr lang="en-GB" sz="1400" dirty="0"/>
          </a:p>
        </p:txBody>
      </p:sp>
      <p:pic>
        <p:nvPicPr>
          <p:cNvPr id="5" name="Picture 4">
            <a:extLst>
              <a:ext uri="{FF2B5EF4-FFF2-40B4-BE49-F238E27FC236}">
                <a16:creationId xmlns="" xmlns:a16="http://schemas.microsoft.com/office/drawing/2014/main" id="{7F383F9F-EE19-7857-E38C-F9C96E46CB28}"/>
              </a:ext>
            </a:extLst>
          </p:cNvPr>
          <p:cNvPicPr>
            <a:picLocks noChangeAspect="1"/>
          </p:cNvPicPr>
          <p:nvPr/>
        </p:nvPicPr>
        <p:blipFill>
          <a:blip r:embed="rId2"/>
          <a:stretch>
            <a:fillRect/>
          </a:stretch>
        </p:blipFill>
        <p:spPr>
          <a:xfrm>
            <a:off x="4428467" y="1163105"/>
            <a:ext cx="4715533" cy="762106"/>
          </a:xfrm>
          <a:prstGeom prst="rect">
            <a:avLst/>
          </a:prstGeom>
        </p:spPr>
      </p:pic>
      <p:pic>
        <p:nvPicPr>
          <p:cNvPr id="7" name="Picture 6">
            <a:extLst>
              <a:ext uri="{FF2B5EF4-FFF2-40B4-BE49-F238E27FC236}">
                <a16:creationId xmlns="" xmlns:a16="http://schemas.microsoft.com/office/drawing/2014/main" id="{88A0B83A-38B1-8F11-AB1B-1C3F1E83A693}"/>
              </a:ext>
            </a:extLst>
          </p:cNvPr>
          <p:cNvPicPr>
            <a:picLocks noChangeAspect="1"/>
          </p:cNvPicPr>
          <p:nvPr/>
        </p:nvPicPr>
        <p:blipFill>
          <a:blip r:embed="rId3"/>
          <a:stretch>
            <a:fillRect/>
          </a:stretch>
        </p:blipFill>
        <p:spPr>
          <a:xfrm>
            <a:off x="4428467" y="2070591"/>
            <a:ext cx="2791215" cy="1476581"/>
          </a:xfrm>
          <a:prstGeom prst="rect">
            <a:avLst/>
          </a:prstGeom>
        </p:spPr>
      </p:pic>
      <p:sp>
        <p:nvSpPr>
          <p:cNvPr id="2" name="Google Shape;120;p22">
            <a:extLst>
              <a:ext uri="{FF2B5EF4-FFF2-40B4-BE49-F238E27FC236}">
                <a16:creationId xmlns="" xmlns:a16="http://schemas.microsoft.com/office/drawing/2014/main" id="{30E02737-910A-2044-FD72-1902F77B85A0}"/>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3</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2034091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par>
                          <p:cTn id="32" fill="hold">
                            <p:stCondLst>
                              <p:cond delay="1000"/>
                            </p:stCondLst>
                            <p:childTnLst>
                              <p:par>
                                <p:cTn id="33" presetID="10" presetClass="entr" presetSubtype="0"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CC38E9-15B2-E16D-E779-A9DAEEEA2F49}"/>
              </a:ext>
            </a:extLst>
          </p:cNvPr>
          <p:cNvSpPr>
            <a:spLocks noGrp="1"/>
          </p:cNvSpPr>
          <p:nvPr>
            <p:ph type="title"/>
          </p:nvPr>
        </p:nvSpPr>
        <p:spPr/>
        <p:txBody>
          <a:bodyPr/>
          <a:lstStyle/>
          <a:p>
            <a:r>
              <a:rPr lang="ta-IN" dirty="0"/>
              <a:t>செயல்பாடு 3 - பதில்கள்</a:t>
            </a:r>
            <a:endParaRPr lang="en-GB" dirty="0"/>
          </a:p>
        </p:txBody>
      </p:sp>
      <p:sp>
        <p:nvSpPr>
          <p:cNvPr id="4" name="Google Shape;120;p22">
            <a:extLst>
              <a:ext uri="{FF2B5EF4-FFF2-40B4-BE49-F238E27FC236}">
                <a16:creationId xmlns="" xmlns:a16="http://schemas.microsoft.com/office/drawing/2014/main" id="{253D5A02-68F6-4F18-745F-F37D25251EFF}"/>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3</a:t>
            </a:r>
            <a:endParaRPr sz="1600" b="1" i="0" u="none" strike="noStrike" cap="none" dirty="0">
              <a:solidFill>
                <a:schemeClr val="lt1"/>
              </a:solidFill>
              <a:latin typeface="Arial" panose="020B0604020202020204" pitchFamily="34" charset="0"/>
              <a:ea typeface="Inter" panose="020B0604020202020204" charset="0"/>
              <a:sym typeface="Arial"/>
            </a:endParaRPr>
          </a:p>
        </p:txBody>
      </p:sp>
      <p:pic>
        <p:nvPicPr>
          <p:cNvPr id="6" name="Picture 5">
            <a:extLst>
              <a:ext uri="{FF2B5EF4-FFF2-40B4-BE49-F238E27FC236}">
                <a16:creationId xmlns="" xmlns:a16="http://schemas.microsoft.com/office/drawing/2014/main" id="{8B20F41F-18CB-BE24-61E3-89114B03E80E}"/>
              </a:ext>
            </a:extLst>
          </p:cNvPr>
          <p:cNvPicPr>
            <a:picLocks noChangeAspect="1"/>
          </p:cNvPicPr>
          <p:nvPr/>
        </p:nvPicPr>
        <p:blipFill rotWithShape="1">
          <a:blip r:embed="rId2"/>
          <a:srcRect b="22689"/>
          <a:stretch/>
        </p:blipFill>
        <p:spPr>
          <a:xfrm>
            <a:off x="381127" y="1066558"/>
            <a:ext cx="4246291" cy="847417"/>
          </a:xfrm>
          <a:prstGeom prst="rect">
            <a:avLst/>
          </a:prstGeom>
        </p:spPr>
      </p:pic>
      <p:pic>
        <p:nvPicPr>
          <p:cNvPr id="8" name="Picture 7">
            <a:extLst>
              <a:ext uri="{FF2B5EF4-FFF2-40B4-BE49-F238E27FC236}">
                <a16:creationId xmlns="" xmlns:a16="http://schemas.microsoft.com/office/drawing/2014/main" id="{379CB23A-83DF-11C2-EFEB-84D3F1D877FF}"/>
              </a:ext>
            </a:extLst>
          </p:cNvPr>
          <p:cNvPicPr>
            <a:picLocks noChangeAspect="1"/>
          </p:cNvPicPr>
          <p:nvPr/>
        </p:nvPicPr>
        <p:blipFill>
          <a:blip r:embed="rId3"/>
          <a:stretch>
            <a:fillRect/>
          </a:stretch>
        </p:blipFill>
        <p:spPr>
          <a:xfrm>
            <a:off x="381127" y="2162546"/>
            <a:ext cx="4006803" cy="847416"/>
          </a:xfrm>
          <a:prstGeom prst="rect">
            <a:avLst/>
          </a:prstGeom>
        </p:spPr>
      </p:pic>
      <p:pic>
        <p:nvPicPr>
          <p:cNvPr id="10" name="Picture 9">
            <a:extLst>
              <a:ext uri="{FF2B5EF4-FFF2-40B4-BE49-F238E27FC236}">
                <a16:creationId xmlns="" xmlns:a16="http://schemas.microsoft.com/office/drawing/2014/main" id="{1E08E919-34FF-EF75-752B-9F5DA33909E5}"/>
              </a:ext>
            </a:extLst>
          </p:cNvPr>
          <p:cNvPicPr>
            <a:picLocks noChangeAspect="1"/>
          </p:cNvPicPr>
          <p:nvPr/>
        </p:nvPicPr>
        <p:blipFill>
          <a:blip r:embed="rId4"/>
          <a:stretch>
            <a:fillRect/>
          </a:stretch>
        </p:blipFill>
        <p:spPr>
          <a:xfrm>
            <a:off x="381127" y="3214054"/>
            <a:ext cx="4771321" cy="893471"/>
          </a:xfrm>
          <a:prstGeom prst="rect">
            <a:avLst/>
          </a:prstGeom>
        </p:spPr>
      </p:pic>
      <p:pic>
        <p:nvPicPr>
          <p:cNvPr id="12" name="Picture 11">
            <a:extLst>
              <a:ext uri="{FF2B5EF4-FFF2-40B4-BE49-F238E27FC236}">
                <a16:creationId xmlns="" xmlns:a16="http://schemas.microsoft.com/office/drawing/2014/main" id="{B2734498-4D76-4C64-F603-C5F144181CEB}"/>
              </a:ext>
            </a:extLst>
          </p:cNvPr>
          <p:cNvPicPr>
            <a:picLocks noChangeAspect="1"/>
          </p:cNvPicPr>
          <p:nvPr/>
        </p:nvPicPr>
        <p:blipFill>
          <a:blip r:embed="rId5"/>
          <a:stretch>
            <a:fillRect/>
          </a:stretch>
        </p:blipFill>
        <p:spPr>
          <a:xfrm>
            <a:off x="5063836" y="716859"/>
            <a:ext cx="2872644" cy="1233706"/>
          </a:xfrm>
          <a:prstGeom prst="rect">
            <a:avLst/>
          </a:prstGeom>
        </p:spPr>
      </p:pic>
      <p:pic>
        <p:nvPicPr>
          <p:cNvPr id="14" name="Picture 13">
            <a:extLst>
              <a:ext uri="{FF2B5EF4-FFF2-40B4-BE49-F238E27FC236}">
                <a16:creationId xmlns="" xmlns:a16="http://schemas.microsoft.com/office/drawing/2014/main" id="{C4C3AF39-375C-CEE9-0480-F0F54595C49D}"/>
              </a:ext>
            </a:extLst>
          </p:cNvPr>
          <p:cNvPicPr>
            <a:picLocks noChangeAspect="1"/>
          </p:cNvPicPr>
          <p:nvPr/>
        </p:nvPicPr>
        <p:blipFill>
          <a:blip r:embed="rId6"/>
          <a:stretch>
            <a:fillRect/>
          </a:stretch>
        </p:blipFill>
        <p:spPr>
          <a:xfrm>
            <a:off x="4740626" y="2174239"/>
            <a:ext cx="333191" cy="603346"/>
          </a:xfrm>
          <a:prstGeom prst="rect">
            <a:avLst/>
          </a:prstGeom>
        </p:spPr>
      </p:pic>
      <p:pic>
        <p:nvPicPr>
          <p:cNvPr id="16" name="Picture 15">
            <a:extLst>
              <a:ext uri="{FF2B5EF4-FFF2-40B4-BE49-F238E27FC236}">
                <a16:creationId xmlns="" xmlns:a16="http://schemas.microsoft.com/office/drawing/2014/main" id="{9CC3C47E-6909-C377-D442-280E4E7FE59E}"/>
              </a:ext>
            </a:extLst>
          </p:cNvPr>
          <p:cNvPicPr>
            <a:picLocks noChangeAspect="1"/>
          </p:cNvPicPr>
          <p:nvPr/>
        </p:nvPicPr>
        <p:blipFill>
          <a:blip r:embed="rId7"/>
          <a:stretch>
            <a:fillRect/>
          </a:stretch>
        </p:blipFill>
        <p:spPr>
          <a:xfrm>
            <a:off x="5446937" y="3098948"/>
            <a:ext cx="216124" cy="1008578"/>
          </a:xfrm>
          <a:prstGeom prst="rect">
            <a:avLst/>
          </a:prstGeom>
        </p:spPr>
      </p:pic>
      <p:sp>
        <p:nvSpPr>
          <p:cNvPr id="17" name="Rectangle 16">
            <a:extLst>
              <a:ext uri="{FF2B5EF4-FFF2-40B4-BE49-F238E27FC236}">
                <a16:creationId xmlns="" xmlns:a16="http://schemas.microsoft.com/office/drawing/2014/main" id="{3C47EE5B-4E65-5FCD-32DC-5CCB2A81FA09}"/>
              </a:ext>
            </a:extLst>
          </p:cNvPr>
          <p:cNvSpPr/>
          <p:nvPr/>
        </p:nvSpPr>
        <p:spPr>
          <a:xfrm>
            <a:off x="5640105" y="2437262"/>
            <a:ext cx="2493818" cy="5727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We start with the character at index, length - 1</a:t>
            </a:r>
          </a:p>
        </p:txBody>
      </p:sp>
      <p:cxnSp>
        <p:nvCxnSpPr>
          <p:cNvPr id="20" name="Straight Arrow Connector 19">
            <a:extLst>
              <a:ext uri="{FF2B5EF4-FFF2-40B4-BE49-F238E27FC236}">
                <a16:creationId xmlns="" xmlns:a16="http://schemas.microsoft.com/office/drawing/2014/main" id="{54A8ABB6-7E55-F7CF-98CD-268A041F5448}"/>
              </a:ext>
            </a:extLst>
          </p:cNvPr>
          <p:cNvCxnSpPr>
            <a:stCxn id="17" idx="1"/>
          </p:cNvCxnSpPr>
          <p:nvPr/>
        </p:nvCxnSpPr>
        <p:spPr>
          <a:xfrm flipH="1">
            <a:off x="3338945" y="2723612"/>
            <a:ext cx="2301160" cy="947356"/>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21" name="Rectangle 20">
            <a:extLst>
              <a:ext uri="{FF2B5EF4-FFF2-40B4-BE49-F238E27FC236}">
                <a16:creationId xmlns="" xmlns:a16="http://schemas.microsoft.com/office/drawing/2014/main" id="{5B5D4E8B-6259-267C-AFA0-FCAD41637706}"/>
              </a:ext>
            </a:extLst>
          </p:cNvPr>
          <p:cNvSpPr/>
          <p:nvPr/>
        </p:nvSpPr>
        <p:spPr>
          <a:xfrm>
            <a:off x="5792505" y="3853941"/>
            <a:ext cx="2493818" cy="5727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This end value is not inclusive…</a:t>
            </a:r>
          </a:p>
        </p:txBody>
      </p:sp>
      <p:cxnSp>
        <p:nvCxnSpPr>
          <p:cNvPr id="22" name="Straight Arrow Connector 21">
            <a:extLst>
              <a:ext uri="{FF2B5EF4-FFF2-40B4-BE49-F238E27FC236}">
                <a16:creationId xmlns="" xmlns:a16="http://schemas.microsoft.com/office/drawing/2014/main" id="{DD9F731D-5C18-5C97-5BF8-4A7CED0B211A}"/>
              </a:ext>
            </a:extLst>
          </p:cNvPr>
          <p:cNvCxnSpPr>
            <a:cxnSpLocks/>
            <a:stCxn id="21" idx="1"/>
          </p:cNvCxnSpPr>
          <p:nvPr/>
        </p:nvCxnSpPr>
        <p:spPr>
          <a:xfrm flipH="1" flipV="1">
            <a:off x="4204855" y="3875060"/>
            <a:ext cx="1587650" cy="265231"/>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24" name="Rectangle 23">
            <a:extLst>
              <a:ext uri="{FF2B5EF4-FFF2-40B4-BE49-F238E27FC236}">
                <a16:creationId xmlns="" xmlns:a16="http://schemas.microsoft.com/office/drawing/2014/main" id="{539FE4B8-A42F-4C8B-4436-0DDE89252300}"/>
              </a:ext>
            </a:extLst>
          </p:cNvPr>
          <p:cNvSpPr/>
          <p:nvPr/>
        </p:nvSpPr>
        <p:spPr>
          <a:xfrm>
            <a:off x="6104105" y="3151770"/>
            <a:ext cx="2493818" cy="5727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Add -1 on each iteration</a:t>
            </a:r>
          </a:p>
        </p:txBody>
      </p:sp>
      <p:cxnSp>
        <p:nvCxnSpPr>
          <p:cNvPr id="25" name="Straight Arrow Connector 24">
            <a:extLst>
              <a:ext uri="{FF2B5EF4-FFF2-40B4-BE49-F238E27FC236}">
                <a16:creationId xmlns="" xmlns:a16="http://schemas.microsoft.com/office/drawing/2014/main" id="{060D490C-227A-4371-10EE-0FABD325FFFA}"/>
              </a:ext>
            </a:extLst>
          </p:cNvPr>
          <p:cNvCxnSpPr>
            <a:cxnSpLocks/>
            <a:stCxn id="24" idx="1"/>
          </p:cNvCxnSpPr>
          <p:nvPr/>
        </p:nvCxnSpPr>
        <p:spPr>
          <a:xfrm flipH="1">
            <a:off x="4862945" y="3438120"/>
            <a:ext cx="1241160" cy="232848"/>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4114566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10" presetClass="entr" presetSubtype="0" fill="hold"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par>
                                <p:cTn id="48" presetID="10" presetClass="entr" presetSubtype="0"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1" grpId="0" animBg="1"/>
      <p:bldP spid="2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D5D67171-CB22-0CF6-6EEF-A5681EB7285A}"/>
              </a:ext>
            </a:extLst>
          </p:cNvPr>
          <p:cNvSpPr>
            <a:spLocks noGrp="1"/>
          </p:cNvSpPr>
          <p:nvPr>
            <p:ph type="title"/>
          </p:nvPr>
        </p:nvSpPr>
        <p:spPr>
          <a:xfrm>
            <a:off x="1256835" y="1710722"/>
            <a:ext cx="6630330" cy="756900"/>
          </a:xfrm>
        </p:spPr>
        <p:txBody>
          <a:bodyPr/>
          <a:lstStyle/>
          <a:p>
            <a:r>
              <a:rPr lang="ta-IN" dirty="0"/>
              <a:t>செயல்பாடு 4: பட்டியல்களுடன் கூடிய சுழல்களுக்குப் பயன்படுத்துதல்</a:t>
            </a:r>
            <a:endParaRPr lang="en-GB" dirty="0"/>
          </a:p>
        </p:txBody>
      </p:sp>
    </p:spTree>
    <p:extLst>
      <p:ext uri="{BB962C8B-B14F-4D97-AF65-F5344CB8AC3E}">
        <p14:creationId xmlns:p14="http://schemas.microsoft.com/office/powerpoint/2010/main" val="264625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83CBE12A-2625-40E9-2F0F-F24838151221}"/>
              </a:ext>
            </a:extLst>
          </p:cNvPr>
          <p:cNvSpPr>
            <a:spLocks noGrp="1"/>
          </p:cNvSpPr>
          <p:nvPr>
            <p:ph type="title"/>
          </p:nvPr>
        </p:nvSpPr>
        <p:spPr/>
        <p:txBody>
          <a:bodyPr/>
          <a:lstStyle/>
          <a:p>
            <a:r>
              <a:rPr lang="ta-IN" sz="2000" dirty="0"/>
              <a:t>பட்டியல்களுடன் கூடிய சுழல்களுக்குப் பயன்படுத்துதல்</a:t>
            </a:r>
            <a:endParaRPr lang="en-GB" sz="2000" dirty="0"/>
          </a:p>
        </p:txBody>
      </p:sp>
      <p:sp>
        <p:nvSpPr>
          <p:cNvPr id="4" name="Text Placeholder 3">
            <a:extLst>
              <a:ext uri="{FF2B5EF4-FFF2-40B4-BE49-F238E27FC236}">
                <a16:creationId xmlns="" xmlns:a16="http://schemas.microsoft.com/office/drawing/2014/main" id="{91194722-53CB-8577-90B3-1471C9FFA779}"/>
              </a:ext>
            </a:extLst>
          </p:cNvPr>
          <p:cNvSpPr>
            <a:spLocks noGrp="1"/>
          </p:cNvSpPr>
          <p:nvPr>
            <p:ph type="body" idx="1"/>
          </p:nvPr>
        </p:nvSpPr>
        <p:spPr>
          <a:xfrm>
            <a:off x="311700" y="1152475"/>
            <a:ext cx="8520600" cy="3231624"/>
          </a:xfrm>
        </p:spPr>
        <p:txBody>
          <a:bodyPr/>
          <a:lstStyle/>
          <a:p>
            <a:r>
              <a:rPr lang="ta-IN" dirty="0"/>
              <a:t>சரங்கள் என்பது எழுத்துகளின் வரிசைகள் என்றும், பட்டியல்கள் என்பது சரங்கள், முழு எண்கள், மிதவைகள், பூலியன்கள் அல்லது பட்டியல்களின் வரிசைகள் என்றும் நமக்குத் தெரியும்.</a:t>
            </a:r>
          </a:p>
          <a:p>
            <a:endParaRPr lang="ta-IN" dirty="0"/>
          </a:p>
          <a:p>
            <a:endParaRPr lang="en-IN" dirty="0" smtClean="0"/>
          </a:p>
          <a:p>
            <a:endParaRPr lang="en-IN" dirty="0"/>
          </a:p>
          <a:p>
            <a:endParaRPr lang="en-IN" dirty="0" smtClean="0"/>
          </a:p>
          <a:p>
            <a:endParaRPr lang="en-IN" dirty="0"/>
          </a:p>
          <a:p>
            <a:r>
              <a:rPr lang="ta-IN" dirty="0" smtClean="0"/>
              <a:t>இந்த </a:t>
            </a:r>
            <a:r>
              <a:rPr lang="ta-IN" dirty="0"/>
              <a:t>குறியீடு என்ன வெளியிடும் என்று நீங்கள் நினைக்கிறீர்கள்?</a:t>
            </a:r>
          </a:p>
          <a:p>
            <a:endParaRPr lang="ta-IN" dirty="0"/>
          </a:p>
          <a:p>
            <a:r>
              <a:rPr lang="ta-IN" dirty="0"/>
              <a:t>உங்கள் பணித்தாளில் கணிப்புப் பயிற்சியைச் செய்யுங்கள்.</a:t>
            </a:r>
            <a:endParaRPr lang="en-GB" dirty="0"/>
          </a:p>
        </p:txBody>
      </p:sp>
      <p:sp>
        <p:nvSpPr>
          <p:cNvPr id="5" name="Google Shape;120;p22">
            <a:extLst>
              <a:ext uri="{FF2B5EF4-FFF2-40B4-BE49-F238E27FC236}">
                <a16:creationId xmlns="" xmlns:a16="http://schemas.microsoft.com/office/drawing/2014/main" id="{ED53FAED-F5B4-8E98-0750-18865EA39494}"/>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4</a:t>
            </a:r>
            <a:endParaRPr sz="1600" b="1" i="0" u="none" strike="noStrike" cap="none" dirty="0">
              <a:solidFill>
                <a:schemeClr val="lt1"/>
              </a:solidFill>
              <a:latin typeface="Arial" panose="020B0604020202020204" pitchFamily="34" charset="0"/>
              <a:ea typeface="Inter" panose="020B0604020202020204" charset="0"/>
              <a:sym typeface="Arial"/>
            </a:endParaRPr>
          </a:p>
        </p:txBody>
      </p:sp>
      <p:pic>
        <p:nvPicPr>
          <p:cNvPr id="7" name="Picture 6">
            <a:extLst>
              <a:ext uri="{FF2B5EF4-FFF2-40B4-BE49-F238E27FC236}">
                <a16:creationId xmlns="" xmlns:a16="http://schemas.microsoft.com/office/drawing/2014/main" id="{0FC77F47-7CEE-53C4-91D2-E47963B5E23A}"/>
              </a:ext>
            </a:extLst>
          </p:cNvPr>
          <p:cNvPicPr>
            <a:picLocks noChangeAspect="1"/>
          </p:cNvPicPr>
          <p:nvPr/>
        </p:nvPicPr>
        <p:blipFill>
          <a:blip r:embed="rId2"/>
          <a:stretch>
            <a:fillRect/>
          </a:stretch>
        </p:blipFill>
        <p:spPr>
          <a:xfrm>
            <a:off x="1165000" y="2192123"/>
            <a:ext cx="6487430" cy="752580"/>
          </a:xfrm>
          <a:prstGeom prst="rect">
            <a:avLst/>
          </a:prstGeom>
        </p:spPr>
      </p:pic>
    </p:spTree>
    <p:extLst>
      <p:ext uri="{BB962C8B-B14F-4D97-AF65-F5344CB8AC3E}">
        <p14:creationId xmlns:p14="http://schemas.microsoft.com/office/powerpoint/2010/main" val="291388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500"/>
                                        <p:tgtEl>
                                          <p:spTgt spid="4">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animEffect transition="in" filter="fade">
                                      <p:cBhvr>
                                        <p:cTn id="17" dur="500"/>
                                        <p:tgtEl>
                                          <p:spTgt spid="4">
                                            <p:txEl>
                                              <p:pRg st="8" end="8"/>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83CBE12A-2625-40E9-2F0F-F24838151221}"/>
              </a:ext>
            </a:extLst>
          </p:cNvPr>
          <p:cNvSpPr>
            <a:spLocks noGrp="1"/>
          </p:cNvSpPr>
          <p:nvPr>
            <p:ph type="title"/>
          </p:nvPr>
        </p:nvSpPr>
        <p:spPr/>
        <p:txBody>
          <a:bodyPr/>
          <a:lstStyle/>
          <a:p>
            <a:r>
              <a:rPr lang="ta-IN" sz="2000" dirty="0"/>
              <a:t>பட்டியல்களுடன் கூடிய சுழல்களுக்குப் பயன்படுத்துதல்</a:t>
            </a:r>
            <a:endParaRPr lang="en-GB" sz="2000" dirty="0"/>
          </a:p>
        </p:txBody>
      </p:sp>
      <p:sp>
        <p:nvSpPr>
          <p:cNvPr id="4" name="Text Placeholder 3">
            <a:extLst>
              <a:ext uri="{FF2B5EF4-FFF2-40B4-BE49-F238E27FC236}">
                <a16:creationId xmlns="" xmlns:a16="http://schemas.microsoft.com/office/drawing/2014/main" id="{91194722-53CB-8577-90B3-1471C9FFA779}"/>
              </a:ext>
            </a:extLst>
          </p:cNvPr>
          <p:cNvSpPr>
            <a:spLocks noGrp="1"/>
          </p:cNvSpPr>
          <p:nvPr>
            <p:ph type="body" idx="1"/>
          </p:nvPr>
        </p:nvSpPr>
        <p:spPr>
          <a:xfrm>
            <a:off x="311700" y="1152475"/>
            <a:ext cx="8520600" cy="1292631"/>
          </a:xfrm>
        </p:spPr>
        <p:txBody>
          <a:bodyPr/>
          <a:lstStyle/>
          <a:p>
            <a:r>
              <a:rPr lang="ta-IN" dirty="0"/>
              <a:t>இப்போது குறியீட்டை டைப் செய்து உங்கள் கணிப்பு சரியாக உள்ளதா என்று பார்க்க அதை இயக்கவும்.</a:t>
            </a:r>
          </a:p>
          <a:p>
            <a:endParaRPr lang="ta-IN" dirty="0"/>
          </a:p>
          <a:p>
            <a:r>
              <a:rPr lang="ta-IN" dirty="0"/>
              <a:t>பின்னர் பின்வரும் பயிற்சிகளைச் செய்யுங்கள்.</a:t>
            </a:r>
            <a:endParaRPr lang="en-GB" dirty="0"/>
          </a:p>
        </p:txBody>
      </p:sp>
      <p:sp>
        <p:nvSpPr>
          <p:cNvPr id="5" name="Google Shape;120;p22">
            <a:extLst>
              <a:ext uri="{FF2B5EF4-FFF2-40B4-BE49-F238E27FC236}">
                <a16:creationId xmlns="" xmlns:a16="http://schemas.microsoft.com/office/drawing/2014/main" id="{ED53FAED-F5B4-8E98-0750-18865EA39494}"/>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4</a:t>
            </a:r>
            <a:endParaRPr sz="1600" b="1" i="0" u="none" strike="noStrike" cap="none" dirty="0">
              <a:solidFill>
                <a:schemeClr val="lt1"/>
              </a:solidFill>
              <a:latin typeface="Arial" panose="020B0604020202020204" pitchFamily="34" charset="0"/>
              <a:ea typeface="Inter" panose="020B0604020202020204" charset="0"/>
              <a:sym typeface="Arial"/>
            </a:endParaRPr>
          </a:p>
        </p:txBody>
      </p:sp>
      <p:pic>
        <p:nvPicPr>
          <p:cNvPr id="7" name="Picture 6">
            <a:extLst>
              <a:ext uri="{FF2B5EF4-FFF2-40B4-BE49-F238E27FC236}">
                <a16:creationId xmlns="" xmlns:a16="http://schemas.microsoft.com/office/drawing/2014/main" id="{0FC77F47-7CEE-53C4-91D2-E47963B5E23A}"/>
              </a:ext>
            </a:extLst>
          </p:cNvPr>
          <p:cNvPicPr>
            <a:picLocks noChangeAspect="1"/>
          </p:cNvPicPr>
          <p:nvPr/>
        </p:nvPicPr>
        <p:blipFill>
          <a:blip r:embed="rId2"/>
          <a:stretch>
            <a:fillRect/>
          </a:stretch>
        </p:blipFill>
        <p:spPr>
          <a:xfrm>
            <a:off x="779645" y="1829553"/>
            <a:ext cx="6487430" cy="752580"/>
          </a:xfrm>
          <a:prstGeom prst="rect">
            <a:avLst/>
          </a:prstGeom>
        </p:spPr>
      </p:pic>
    </p:spTree>
    <p:extLst>
      <p:ext uri="{BB962C8B-B14F-4D97-AF65-F5344CB8AC3E}">
        <p14:creationId xmlns:p14="http://schemas.microsoft.com/office/powerpoint/2010/main" val="148797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BB4A326-68FF-E35C-2103-FC99F910365F}"/>
              </a:ext>
            </a:extLst>
          </p:cNvPr>
          <p:cNvSpPr>
            <a:spLocks noGrp="1"/>
          </p:cNvSpPr>
          <p:nvPr>
            <p:ph type="title"/>
          </p:nvPr>
        </p:nvSpPr>
        <p:spPr/>
        <p:txBody>
          <a:bodyPr/>
          <a:lstStyle/>
          <a:p>
            <a:r>
              <a:rPr lang="ta-IN" dirty="0"/>
              <a:t>செயல்பாடு 4 - பதில்கள்</a:t>
            </a:r>
            <a:endParaRPr lang="en-GB" dirty="0"/>
          </a:p>
        </p:txBody>
      </p:sp>
      <p:pic>
        <p:nvPicPr>
          <p:cNvPr id="5" name="Picture 4">
            <a:extLst>
              <a:ext uri="{FF2B5EF4-FFF2-40B4-BE49-F238E27FC236}">
                <a16:creationId xmlns="" xmlns:a16="http://schemas.microsoft.com/office/drawing/2014/main" id="{A51FE4E3-4ECA-09B2-4928-8CE4F464309C}"/>
              </a:ext>
            </a:extLst>
          </p:cNvPr>
          <p:cNvPicPr>
            <a:picLocks noChangeAspect="1"/>
          </p:cNvPicPr>
          <p:nvPr/>
        </p:nvPicPr>
        <p:blipFill>
          <a:blip r:embed="rId2"/>
          <a:stretch>
            <a:fillRect/>
          </a:stretch>
        </p:blipFill>
        <p:spPr>
          <a:xfrm>
            <a:off x="311700" y="1078290"/>
            <a:ext cx="5040812" cy="772382"/>
          </a:xfrm>
          <a:prstGeom prst="rect">
            <a:avLst/>
          </a:prstGeom>
        </p:spPr>
      </p:pic>
      <p:pic>
        <p:nvPicPr>
          <p:cNvPr id="7" name="Picture 6">
            <a:extLst>
              <a:ext uri="{FF2B5EF4-FFF2-40B4-BE49-F238E27FC236}">
                <a16:creationId xmlns="" xmlns:a16="http://schemas.microsoft.com/office/drawing/2014/main" id="{EF406451-569C-BE9A-005F-21CB22EAFA87}"/>
              </a:ext>
            </a:extLst>
          </p:cNvPr>
          <p:cNvPicPr>
            <a:picLocks noChangeAspect="1"/>
          </p:cNvPicPr>
          <p:nvPr/>
        </p:nvPicPr>
        <p:blipFill>
          <a:blip r:embed="rId3"/>
          <a:stretch>
            <a:fillRect/>
          </a:stretch>
        </p:blipFill>
        <p:spPr>
          <a:xfrm>
            <a:off x="311700" y="1924857"/>
            <a:ext cx="2300887" cy="585385"/>
          </a:xfrm>
          <a:prstGeom prst="rect">
            <a:avLst/>
          </a:prstGeom>
        </p:spPr>
      </p:pic>
      <p:pic>
        <p:nvPicPr>
          <p:cNvPr id="9" name="Picture 8">
            <a:extLst>
              <a:ext uri="{FF2B5EF4-FFF2-40B4-BE49-F238E27FC236}">
                <a16:creationId xmlns="" xmlns:a16="http://schemas.microsoft.com/office/drawing/2014/main" id="{F939A917-1834-034E-61DF-5E315FAB2390}"/>
              </a:ext>
            </a:extLst>
          </p:cNvPr>
          <p:cNvPicPr>
            <a:picLocks noChangeAspect="1"/>
          </p:cNvPicPr>
          <p:nvPr/>
        </p:nvPicPr>
        <p:blipFill>
          <a:blip r:embed="rId4"/>
          <a:stretch>
            <a:fillRect/>
          </a:stretch>
        </p:blipFill>
        <p:spPr>
          <a:xfrm>
            <a:off x="311700" y="2600402"/>
            <a:ext cx="3471657" cy="739861"/>
          </a:xfrm>
          <a:prstGeom prst="rect">
            <a:avLst/>
          </a:prstGeom>
        </p:spPr>
      </p:pic>
      <p:pic>
        <p:nvPicPr>
          <p:cNvPr id="11" name="Picture 10">
            <a:extLst>
              <a:ext uri="{FF2B5EF4-FFF2-40B4-BE49-F238E27FC236}">
                <a16:creationId xmlns="" xmlns:a16="http://schemas.microsoft.com/office/drawing/2014/main" id="{BCE78A20-787F-7A43-0375-85C2A7458487}"/>
              </a:ext>
            </a:extLst>
          </p:cNvPr>
          <p:cNvPicPr>
            <a:picLocks noChangeAspect="1"/>
          </p:cNvPicPr>
          <p:nvPr/>
        </p:nvPicPr>
        <p:blipFill>
          <a:blip r:embed="rId5"/>
          <a:stretch>
            <a:fillRect/>
          </a:stretch>
        </p:blipFill>
        <p:spPr>
          <a:xfrm>
            <a:off x="311700" y="3430423"/>
            <a:ext cx="4260300" cy="780513"/>
          </a:xfrm>
          <a:prstGeom prst="rect">
            <a:avLst/>
          </a:prstGeom>
        </p:spPr>
      </p:pic>
      <p:sp>
        <p:nvSpPr>
          <p:cNvPr id="12" name="Google Shape;120;p22">
            <a:extLst>
              <a:ext uri="{FF2B5EF4-FFF2-40B4-BE49-F238E27FC236}">
                <a16:creationId xmlns="" xmlns:a16="http://schemas.microsoft.com/office/drawing/2014/main" id="{63EEDA52-CF0E-A77A-9319-08C0FDFF2A7A}"/>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4</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4233002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D5D67171-CB22-0CF6-6EEF-A5681EB7285A}"/>
              </a:ext>
            </a:extLst>
          </p:cNvPr>
          <p:cNvSpPr>
            <a:spLocks noGrp="1"/>
          </p:cNvSpPr>
          <p:nvPr>
            <p:ph type="title"/>
          </p:nvPr>
        </p:nvSpPr>
        <p:spPr/>
        <p:txBody>
          <a:bodyPr/>
          <a:lstStyle/>
          <a:p>
            <a:r>
              <a:rPr lang="ta-IN" dirty="0"/>
              <a:t>செயல்பாடு 5: </a:t>
            </a:r>
            <a:r>
              <a:rPr lang="en-GB" dirty="0"/>
              <a:t>for </a:t>
            </a:r>
            <a:r>
              <a:rPr lang="ta-IN" dirty="0"/>
              <a:t>சூழல்கள் </a:t>
            </a:r>
            <a:r>
              <a:rPr lang="en-GB" dirty="0" smtClean="0"/>
              <a:t> </a:t>
            </a:r>
            <a:r>
              <a:rPr lang="ta-IN" dirty="0"/>
              <a:t>இல் தேர்வு செய்தல்</a:t>
            </a:r>
            <a:endParaRPr lang="en-GB" dirty="0"/>
          </a:p>
        </p:txBody>
      </p:sp>
    </p:spTree>
    <p:extLst>
      <p:ext uri="{BB962C8B-B14F-4D97-AF65-F5344CB8AC3E}">
        <p14:creationId xmlns:p14="http://schemas.microsoft.com/office/powerpoint/2010/main" val="3297877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025E9117-6612-8EE4-4AF2-1FF171854920}"/>
              </a:ext>
            </a:extLst>
          </p:cNvPr>
          <p:cNvSpPr>
            <a:spLocks noGrp="1"/>
          </p:cNvSpPr>
          <p:nvPr>
            <p:ph type="title"/>
          </p:nvPr>
        </p:nvSpPr>
        <p:spPr/>
        <p:txBody>
          <a:bodyPr/>
          <a:lstStyle/>
          <a:p>
            <a:r>
              <a:rPr lang="en-GB" dirty="0"/>
              <a:t>for </a:t>
            </a:r>
            <a:r>
              <a:rPr lang="ta-IN" dirty="0"/>
              <a:t>சூழல்கள் </a:t>
            </a:r>
            <a:r>
              <a:rPr lang="en-GB" dirty="0"/>
              <a:t> </a:t>
            </a:r>
            <a:r>
              <a:rPr lang="ta-IN" dirty="0"/>
              <a:t>இல் தேர்வு செய்தல்</a:t>
            </a:r>
            <a:endParaRPr lang="en-GB" dirty="0"/>
          </a:p>
        </p:txBody>
      </p:sp>
      <p:sp>
        <p:nvSpPr>
          <p:cNvPr id="4" name="Text Placeholder 3">
            <a:extLst>
              <a:ext uri="{FF2B5EF4-FFF2-40B4-BE49-F238E27FC236}">
                <a16:creationId xmlns="" xmlns:a16="http://schemas.microsoft.com/office/drawing/2014/main" id="{780B2243-DD0C-ADEB-46FB-F9B839A00510}"/>
              </a:ext>
            </a:extLst>
          </p:cNvPr>
          <p:cNvSpPr>
            <a:spLocks noGrp="1"/>
          </p:cNvSpPr>
          <p:nvPr>
            <p:ph type="body" idx="1"/>
          </p:nvPr>
        </p:nvSpPr>
        <p:spPr>
          <a:xfrm>
            <a:off x="311700" y="1152475"/>
            <a:ext cx="3311610" cy="2400627"/>
          </a:xfrm>
        </p:spPr>
        <p:txBody>
          <a:bodyPr/>
          <a:lstStyle/>
          <a:p>
            <a:r>
              <a:rPr lang="ta-IN" dirty="0"/>
              <a:t>உள்ளீட்டு சொற்றொடரில் உள்ள உயிரெழுத்துக்களின் எண்ணிக்கையை எண்ண இந்த குறியீட்டை எவ்வாறு மாற்றுவது?</a:t>
            </a:r>
            <a:endParaRPr lang="en-GB" dirty="0"/>
          </a:p>
        </p:txBody>
      </p:sp>
      <p:pic>
        <p:nvPicPr>
          <p:cNvPr id="2" name="Picture 1">
            <a:extLst>
              <a:ext uri="{FF2B5EF4-FFF2-40B4-BE49-F238E27FC236}">
                <a16:creationId xmlns="" xmlns:a16="http://schemas.microsoft.com/office/drawing/2014/main" id="{7EFAB90B-F0FB-C94B-3AB9-CA136FFFE5FB}"/>
              </a:ext>
            </a:extLst>
          </p:cNvPr>
          <p:cNvPicPr>
            <a:picLocks noChangeAspect="1"/>
          </p:cNvPicPr>
          <p:nvPr/>
        </p:nvPicPr>
        <p:blipFill>
          <a:blip r:embed="rId2"/>
          <a:stretch>
            <a:fillRect/>
          </a:stretch>
        </p:blipFill>
        <p:spPr>
          <a:xfrm>
            <a:off x="4692489" y="1555049"/>
            <a:ext cx="2167924" cy="1146854"/>
          </a:xfrm>
          <a:prstGeom prst="rect">
            <a:avLst/>
          </a:prstGeom>
        </p:spPr>
      </p:pic>
      <p:pic>
        <p:nvPicPr>
          <p:cNvPr id="7" name="Picture 6">
            <a:extLst>
              <a:ext uri="{FF2B5EF4-FFF2-40B4-BE49-F238E27FC236}">
                <a16:creationId xmlns="" xmlns:a16="http://schemas.microsoft.com/office/drawing/2014/main" id="{97410DA2-7635-0B0C-8A1E-3836DF2FD77F}"/>
              </a:ext>
            </a:extLst>
          </p:cNvPr>
          <p:cNvPicPr>
            <a:picLocks noChangeAspect="1"/>
          </p:cNvPicPr>
          <p:nvPr/>
        </p:nvPicPr>
        <p:blipFill>
          <a:blip r:embed="rId3"/>
          <a:stretch>
            <a:fillRect/>
          </a:stretch>
        </p:blipFill>
        <p:spPr>
          <a:xfrm>
            <a:off x="4692489" y="860525"/>
            <a:ext cx="4372585" cy="647790"/>
          </a:xfrm>
          <a:prstGeom prst="rect">
            <a:avLst/>
          </a:prstGeom>
        </p:spPr>
      </p:pic>
      <p:sp>
        <p:nvSpPr>
          <p:cNvPr id="8" name="Google Shape;120;p22">
            <a:extLst>
              <a:ext uri="{FF2B5EF4-FFF2-40B4-BE49-F238E27FC236}">
                <a16:creationId xmlns="" xmlns:a16="http://schemas.microsoft.com/office/drawing/2014/main" id="{568323AC-7043-D148-BA3B-AC833321C371}"/>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5</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1468801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025E9117-6612-8EE4-4AF2-1FF171854920}"/>
              </a:ext>
            </a:extLst>
          </p:cNvPr>
          <p:cNvSpPr>
            <a:spLocks noGrp="1"/>
          </p:cNvSpPr>
          <p:nvPr>
            <p:ph type="title"/>
          </p:nvPr>
        </p:nvSpPr>
        <p:spPr/>
        <p:txBody>
          <a:bodyPr/>
          <a:lstStyle/>
          <a:p>
            <a:r>
              <a:rPr lang="en-GB" dirty="0"/>
              <a:t>for </a:t>
            </a:r>
            <a:r>
              <a:rPr lang="ta-IN" dirty="0"/>
              <a:t>சூழல்கள் </a:t>
            </a:r>
            <a:r>
              <a:rPr lang="en-GB" dirty="0"/>
              <a:t> </a:t>
            </a:r>
            <a:r>
              <a:rPr lang="ta-IN" dirty="0"/>
              <a:t>இல் தேர்வு செய்தல்</a:t>
            </a:r>
            <a:endParaRPr lang="en-GB" dirty="0"/>
          </a:p>
        </p:txBody>
      </p:sp>
      <p:sp>
        <p:nvSpPr>
          <p:cNvPr id="4" name="Text Placeholder 3">
            <a:extLst>
              <a:ext uri="{FF2B5EF4-FFF2-40B4-BE49-F238E27FC236}">
                <a16:creationId xmlns="" xmlns:a16="http://schemas.microsoft.com/office/drawing/2014/main" id="{780B2243-DD0C-ADEB-46FB-F9B839A00510}"/>
              </a:ext>
            </a:extLst>
          </p:cNvPr>
          <p:cNvSpPr>
            <a:spLocks noGrp="1"/>
          </p:cNvSpPr>
          <p:nvPr>
            <p:ph type="body" idx="1"/>
          </p:nvPr>
        </p:nvSpPr>
        <p:spPr>
          <a:xfrm>
            <a:off x="311698" y="1152475"/>
            <a:ext cx="5803351" cy="2954625"/>
          </a:xfrm>
        </p:spPr>
        <p:txBody>
          <a:bodyPr/>
          <a:lstStyle/>
          <a:p>
            <a:r>
              <a:rPr lang="ta-IN" dirty="0"/>
              <a:t>ஒவ்வொரு எழுத்தும் </a:t>
            </a:r>
            <a:r>
              <a:rPr lang="en-GB" dirty="0"/>
              <a:t>a, e, i, o </a:t>
            </a:r>
            <a:r>
              <a:rPr lang="ta-IN" dirty="0"/>
              <a:t>அல்லது </a:t>
            </a:r>
            <a:r>
              <a:rPr lang="en-GB" dirty="0"/>
              <a:t>u </a:t>
            </a:r>
            <a:r>
              <a:rPr lang="ta-IN" dirty="0"/>
              <a:t>இல் ஒன்றா என்பதை நாம் சரிபார்க்க வேண்டும்.</a:t>
            </a:r>
          </a:p>
          <a:p>
            <a:endParaRPr lang="ta-IN" dirty="0"/>
          </a:p>
          <a:p>
            <a:r>
              <a:rPr lang="ta-IN" dirty="0"/>
              <a:t>ஒற்றை </a:t>
            </a:r>
            <a:r>
              <a:rPr lang="ta-IN" dirty="0" smtClean="0"/>
              <a:t>எழுத்து</a:t>
            </a:r>
            <a:r>
              <a:rPr lang="en-IN" dirty="0" smtClean="0"/>
              <a:t> </a:t>
            </a:r>
            <a:r>
              <a:rPr lang="ta-IN" dirty="0" smtClean="0"/>
              <a:t>உயிரெழுத்தா </a:t>
            </a:r>
            <a:r>
              <a:rPr lang="ta-IN" dirty="0"/>
              <a:t>என்பதை சரிபார்க்க என்ன குறியீடு?</a:t>
            </a:r>
          </a:p>
          <a:p>
            <a:endParaRPr lang="ta-IN" dirty="0"/>
          </a:p>
          <a:p>
            <a:endParaRPr lang="en-IN" dirty="0" smtClean="0"/>
          </a:p>
          <a:p>
            <a:endParaRPr lang="en-IN" dirty="0"/>
          </a:p>
          <a:p>
            <a:r>
              <a:rPr lang="ta-IN" dirty="0" smtClean="0"/>
              <a:t>இந்த </a:t>
            </a:r>
            <a:r>
              <a:rPr lang="ta-IN" dirty="0"/>
              <a:t>குறியீடு எங்கு செல்ல வேண்டும்?</a:t>
            </a:r>
            <a:endParaRPr lang="en-GB" dirty="0"/>
          </a:p>
        </p:txBody>
      </p:sp>
      <p:pic>
        <p:nvPicPr>
          <p:cNvPr id="11" name="Picture 10">
            <a:extLst>
              <a:ext uri="{FF2B5EF4-FFF2-40B4-BE49-F238E27FC236}">
                <a16:creationId xmlns="" xmlns:a16="http://schemas.microsoft.com/office/drawing/2014/main" id="{452C1C73-78B1-06C3-5C76-983C350B435B}"/>
              </a:ext>
            </a:extLst>
          </p:cNvPr>
          <p:cNvPicPr>
            <a:picLocks noChangeAspect="1"/>
          </p:cNvPicPr>
          <p:nvPr/>
        </p:nvPicPr>
        <p:blipFill>
          <a:blip r:embed="rId2"/>
          <a:stretch>
            <a:fillRect/>
          </a:stretch>
        </p:blipFill>
        <p:spPr>
          <a:xfrm>
            <a:off x="820187" y="2966542"/>
            <a:ext cx="4124901" cy="685896"/>
          </a:xfrm>
          <a:prstGeom prst="rect">
            <a:avLst/>
          </a:prstGeom>
        </p:spPr>
      </p:pic>
      <p:pic>
        <p:nvPicPr>
          <p:cNvPr id="13" name="Picture 12">
            <a:extLst>
              <a:ext uri="{FF2B5EF4-FFF2-40B4-BE49-F238E27FC236}">
                <a16:creationId xmlns="" xmlns:a16="http://schemas.microsoft.com/office/drawing/2014/main" id="{3C348465-BFBF-05ED-30CC-388AF5687F89}"/>
              </a:ext>
            </a:extLst>
          </p:cNvPr>
          <p:cNvPicPr>
            <a:picLocks noChangeAspect="1"/>
          </p:cNvPicPr>
          <p:nvPr/>
        </p:nvPicPr>
        <p:blipFill>
          <a:blip r:embed="rId3"/>
          <a:stretch>
            <a:fillRect/>
          </a:stretch>
        </p:blipFill>
        <p:spPr>
          <a:xfrm>
            <a:off x="5445578" y="982988"/>
            <a:ext cx="3635823" cy="647790"/>
          </a:xfrm>
          <a:prstGeom prst="rect">
            <a:avLst/>
          </a:prstGeom>
        </p:spPr>
      </p:pic>
      <p:sp>
        <p:nvSpPr>
          <p:cNvPr id="14" name="Google Shape;120;p22">
            <a:extLst>
              <a:ext uri="{FF2B5EF4-FFF2-40B4-BE49-F238E27FC236}">
                <a16:creationId xmlns="" xmlns:a16="http://schemas.microsoft.com/office/drawing/2014/main" id="{1A07F954-9A79-6D52-9FC8-2183084220EE}"/>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5</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1526815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500"/>
                                        <p:tgtEl>
                                          <p:spTgt spid="4">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ED07FA-07FC-D757-40DB-08F0F3DCDC9D}"/>
              </a:ext>
            </a:extLst>
          </p:cNvPr>
          <p:cNvSpPr>
            <a:spLocks noGrp="1"/>
          </p:cNvSpPr>
          <p:nvPr>
            <p:ph type="title"/>
          </p:nvPr>
        </p:nvSpPr>
        <p:spPr/>
        <p:txBody>
          <a:bodyPr/>
          <a:lstStyle/>
          <a:p>
            <a:r>
              <a:rPr lang="en-GB" dirty="0"/>
              <a:t>for </a:t>
            </a:r>
            <a:r>
              <a:rPr lang="ta-IN" dirty="0"/>
              <a:t>சூழல்கள் </a:t>
            </a:r>
            <a:r>
              <a:rPr lang="en-GB" dirty="0"/>
              <a:t> </a:t>
            </a:r>
            <a:r>
              <a:rPr lang="ta-IN" dirty="0"/>
              <a:t>இல் தேர்வு செய்தல்</a:t>
            </a:r>
            <a:endParaRPr lang="en-GB" dirty="0"/>
          </a:p>
        </p:txBody>
      </p:sp>
      <p:sp>
        <p:nvSpPr>
          <p:cNvPr id="3" name="Text Placeholder 2">
            <a:extLst>
              <a:ext uri="{FF2B5EF4-FFF2-40B4-BE49-F238E27FC236}">
                <a16:creationId xmlns="" xmlns:a16="http://schemas.microsoft.com/office/drawing/2014/main" id="{22ECDC0A-9EAA-7B6A-7ABE-F3FF4F621F66}"/>
              </a:ext>
            </a:extLst>
          </p:cNvPr>
          <p:cNvSpPr>
            <a:spLocks noGrp="1"/>
          </p:cNvSpPr>
          <p:nvPr>
            <p:ph type="body" idx="1"/>
          </p:nvPr>
        </p:nvSpPr>
        <p:spPr>
          <a:xfrm>
            <a:off x="256282" y="2259186"/>
            <a:ext cx="8520600" cy="738633"/>
          </a:xfrm>
        </p:spPr>
        <p:txBody>
          <a:bodyPr/>
          <a:lstStyle/>
          <a:p>
            <a:r>
              <a:rPr lang="ta-IN" dirty="0"/>
              <a:t>இந்தக் குறியீட்டை இங்கே வைக்க வேண்டும். </a:t>
            </a:r>
            <a:endParaRPr lang="en-IN" dirty="0" smtClean="0"/>
          </a:p>
          <a:p>
            <a:r>
              <a:rPr lang="ta-IN" dirty="0" smtClean="0"/>
              <a:t>இது </a:t>
            </a:r>
            <a:r>
              <a:rPr lang="ta-IN" dirty="0"/>
              <a:t>வெளிப்புற வளையத்திற்குள் இருக்க வேண்டும்.</a:t>
            </a:r>
            <a:endParaRPr lang="en-GB" dirty="0"/>
          </a:p>
        </p:txBody>
      </p:sp>
      <p:pic>
        <p:nvPicPr>
          <p:cNvPr id="5" name="Picture 4">
            <a:extLst>
              <a:ext uri="{FF2B5EF4-FFF2-40B4-BE49-F238E27FC236}">
                <a16:creationId xmlns="" xmlns:a16="http://schemas.microsoft.com/office/drawing/2014/main" id="{A451838D-FD35-331E-AD05-FAC75707EF38}"/>
              </a:ext>
            </a:extLst>
          </p:cNvPr>
          <p:cNvPicPr>
            <a:picLocks noChangeAspect="1"/>
          </p:cNvPicPr>
          <p:nvPr/>
        </p:nvPicPr>
        <p:blipFill>
          <a:blip r:embed="rId2"/>
          <a:stretch>
            <a:fillRect/>
          </a:stretch>
        </p:blipFill>
        <p:spPr>
          <a:xfrm>
            <a:off x="387479" y="1508315"/>
            <a:ext cx="4124901" cy="685896"/>
          </a:xfrm>
          <a:prstGeom prst="rect">
            <a:avLst/>
          </a:prstGeom>
        </p:spPr>
      </p:pic>
      <p:pic>
        <p:nvPicPr>
          <p:cNvPr id="9" name="Picture 8">
            <a:extLst>
              <a:ext uri="{FF2B5EF4-FFF2-40B4-BE49-F238E27FC236}">
                <a16:creationId xmlns="" xmlns:a16="http://schemas.microsoft.com/office/drawing/2014/main" id="{CC59B5AC-BD0A-DF1D-9514-13D9FFCB3C75}"/>
              </a:ext>
            </a:extLst>
          </p:cNvPr>
          <p:cNvPicPr>
            <a:picLocks noChangeAspect="1"/>
          </p:cNvPicPr>
          <p:nvPr/>
        </p:nvPicPr>
        <p:blipFill>
          <a:blip r:embed="rId3"/>
          <a:stretch>
            <a:fillRect/>
          </a:stretch>
        </p:blipFill>
        <p:spPr>
          <a:xfrm>
            <a:off x="3973872" y="2967176"/>
            <a:ext cx="4858428" cy="1314633"/>
          </a:xfrm>
          <a:prstGeom prst="rect">
            <a:avLst/>
          </a:prstGeom>
        </p:spPr>
      </p:pic>
      <p:pic>
        <p:nvPicPr>
          <p:cNvPr id="10" name="Picture 9">
            <a:extLst>
              <a:ext uri="{FF2B5EF4-FFF2-40B4-BE49-F238E27FC236}">
                <a16:creationId xmlns="" xmlns:a16="http://schemas.microsoft.com/office/drawing/2014/main" id="{4912590A-D5C7-8576-FA24-8D5AA482BDB4}"/>
              </a:ext>
            </a:extLst>
          </p:cNvPr>
          <p:cNvPicPr>
            <a:picLocks noChangeAspect="1"/>
          </p:cNvPicPr>
          <p:nvPr/>
        </p:nvPicPr>
        <p:blipFill>
          <a:blip r:embed="rId4"/>
          <a:stretch>
            <a:fillRect/>
          </a:stretch>
        </p:blipFill>
        <p:spPr>
          <a:xfrm>
            <a:off x="4692489" y="860525"/>
            <a:ext cx="4372585" cy="647790"/>
          </a:xfrm>
          <a:prstGeom prst="rect">
            <a:avLst/>
          </a:prstGeom>
        </p:spPr>
      </p:pic>
      <p:cxnSp>
        <p:nvCxnSpPr>
          <p:cNvPr id="7" name="Straight Arrow Connector 6">
            <a:extLst>
              <a:ext uri="{FF2B5EF4-FFF2-40B4-BE49-F238E27FC236}">
                <a16:creationId xmlns="" xmlns:a16="http://schemas.microsoft.com/office/drawing/2014/main" id="{1842C76D-78CF-D8F6-D599-7EE914505B01}"/>
              </a:ext>
            </a:extLst>
          </p:cNvPr>
          <p:cNvCxnSpPr>
            <a:cxnSpLocks/>
            <a:stCxn id="5" idx="3"/>
          </p:cNvCxnSpPr>
          <p:nvPr/>
        </p:nvCxnSpPr>
        <p:spPr>
          <a:xfrm flipV="1">
            <a:off x="4512380" y="1508315"/>
            <a:ext cx="877038" cy="3429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Google Shape;120;p22">
            <a:extLst>
              <a:ext uri="{FF2B5EF4-FFF2-40B4-BE49-F238E27FC236}">
                <a16:creationId xmlns="" xmlns:a16="http://schemas.microsoft.com/office/drawing/2014/main" id="{FB425325-185E-AA00-EC05-0ECAE23DCCBC}"/>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5</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2934876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ED07FA-07FC-D757-40DB-08F0F3DCDC9D}"/>
              </a:ext>
            </a:extLst>
          </p:cNvPr>
          <p:cNvSpPr>
            <a:spLocks noGrp="1"/>
          </p:cNvSpPr>
          <p:nvPr>
            <p:ph type="title"/>
          </p:nvPr>
        </p:nvSpPr>
        <p:spPr/>
        <p:txBody>
          <a:bodyPr/>
          <a:lstStyle/>
          <a:p>
            <a:r>
              <a:rPr lang="en-GB" dirty="0"/>
              <a:t>for </a:t>
            </a:r>
            <a:r>
              <a:rPr lang="ta-IN" dirty="0"/>
              <a:t>சூழல்கள் </a:t>
            </a:r>
            <a:r>
              <a:rPr lang="en-GB" dirty="0"/>
              <a:t> </a:t>
            </a:r>
            <a:r>
              <a:rPr lang="ta-IN" dirty="0"/>
              <a:t>இல் தேர்வு செய்தல்</a:t>
            </a:r>
            <a:endParaRPr lang="en-GB" dirty="0"/>
          </a:p>
        </p:txBody>
      </p:sp>
      <p:sp>
        <p:nvSpPr>
          <p:cNvPr id="3" name="Text Placeholder 2">
            <a:extLst>
              <a:ext uri="{FF2B5EF4-FFF2-40B4-BE49-F238E27FC236}">
                <a16:creationId xmlns="" xmlns:a16="http://schemas.microsoft.com/office/drawing/2014/main" id="{22ECDC0A-9EAA-7B6A-7ABE-F3FF4F621F66}"/>
              </a:ext>
            </a:extLst>
          </p:cNvPr>
          <p:cNvSpPr>
            <a:spLocks noGrp="1"/>
          </p:cNvSpPr>
          <p:nvPr>
            <p:ph type="body" idx="1"/>
          </p:nvPr>
        </p:nvSpPr>
        <p:spPr>
          <a:xfrm>
            <a:off x="311700" y="1152475"/>
            <a:ext cx="3491373" cy="3139291"/>
          </a:xfrm>
        </p:spPr>
        <p:txBody>
          <a:bodyPr/>
          <a:lstStyle/>
          <a:p>
            <a:r>
              <a:rPr lang="ta-IN" sz="1600" dirty="0"/>
              <a:t>எண்ணுவதை எவ்வாறு சேர்ப்பது?</a:t>
            </a:r>
          </a:p>
          <a:p>
            <a:endParaRPr lang="ta-IN" sz="1600" dirty="0"/>
          </a:p>
          <a:p>
            <a:r>
              <a:rPr lang="ta-IN" sz="1600" dirty="0"/>
              <a:t>ஒரு எண்ண மாறியை 0 ஆக அமைத்து, ஒவ்வொரு முறை உயிரெழுத்தைக் கண்டுபிடிக்கும் போதும் அதை அதிகரிக்க வேண்டும்.</a:t>
            </a:r>
          </a:p>
          <a:p>
            <a:endParaRPr lang="ta-IN" sz="1600" dirty="0"/>
          </a:p>
          <a:p>
            <a:r>
              <a:rPr lang="ta-IN" sz="1600" dirty="0"/>
              <a:t>இதை முயற்சிக்கவும்.</a:t>
            </a:r>
            <a:endParaRPr lang="en-GB" sz="1600" dirty="0"/>
          </a:p>
        </p:txBody>
      </p:sp>
      <p:pic>
        <p:nvPicPr>
          <p:cNvPr id="9" name="Picture 8">
            <a:extLst>
              <a:ext uri="{FF2B5EF4-FFF2-40B4-BE49-F238E27FC236}">
                <a16:creationId xmlns="" xmlns:a16="http://schemas.microsoft.com/office/drawing/2014/main" id="{CC59B5AC-BD0A-DF1D-9514-13D9FFCB3C75}"/>
              </a:ext>
            </a:extLst>
          </p:cNvPr>
          <p:cNvPicPr>
            <a:picLocks noChangeAspect="1"/>
          </p:cNvPicPr>
          <p:nvPr/>
        </p:nvPicPr>
        <p:blipFill>
          <a:blip r:embed="rId2"/>
          <a:stretch>
            <a:fillRect/>
          </a:stretch>
        </p:blipFill>
        <p:spPr>
          <a:xfrm>
            <a:off x="4029290" y="981139"/>
            <a:ext cx="4858428" cy="1314633"/>
          </a:xfrm>
          <a:prstGeom prst="rect">
            <a:avLst/>
          </a:prstGeom>
        </p:spPr>
      </p:pic>
      <p:sp>
        <p:nvSpPr>
          <p:cNvPr id="4" name="Google Shape;120;p22">
            <a:extLst>
              <a:ext uri="{FF2B5EF4-FFF2-40B4-BE49-F238E27FC236}">
                <a16:creationId xmlns="" xmlns:a16="http://schemas.microsoft.com/office/drawing/2014/main" id="{8246BA63-C556-39E6-AC6C-D3FF74970CB1}"/>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5</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1601397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ED07FA-07FC-D757-40DB-08F0F3DCDC9D}"/>
              </a:ext>
            </a:extLst>
          </p:cNvPr>
          <p:cNvSpPr>
            <a:spLocks noGrp="1"/>
          </p:cNvSpPr>
          <p:nvPr>
            <p:ph type="title"/>
          </p:nvPr>
        </p:nvSpPr>
        <p:spPr/>
        <p:txBody>
          <a:bodyPr/>
          <a:lstStyle/>
          <a:p>
            <a:r>
              <a:rPr lang="en-GB" dirty="0"/>
              <a:t>for </a:t>
            </a:r>
            <a:r>
              <a:rPr lang="ta-IN" dirty="0"/>
              <a:t>சூழல்கள் </a:t>
            </a:r>
            <a:r>
              <a:rPr lang="en-GB" dirty="0"/>
              <a:t> </a:t>
            </a:r>
            <a:r>
              <a:rPr lang="ta-IN" dirty="0"/>
              <a:t>இல் தேர்வு செய்தல்</a:t>
            </a:r>
            <a:endParaRPr lang="en-GB" dirty="0"/>
          </a:p>
        </p:txBody>
      </p:sp>
      <p:sp>
        <p:nvSpPr>
          <p:cNvPr id="3" name="Text Placeholder 2">
            <a:extLst>
              <a:ext uri="{FF2B5EF4-FFF2-40B4-BE49-F238E27FC236}">
                <a16:creationId xmlns="" xmlns:a16="http://schemas.microsoft.com/office/drawing/2014/main" id="{22ECDC0A-9EAA-7B6A-7ABE-F3FF4F621F66}"/>
              </a:ext>
            </a:extLst>
          </p:cNvPr>
          <p:cNvSpPr>
            <a:spLocks noGrp="1"/>
          </p:cNvSpPr>
          <p:nvPr>
            <p:ph type="body" idx="1"/>
          </p:nvPr>
        </p:nvSpPr>
        <p:spPr>
          <a:xfrm>
            <a:off x="303536" y="1013682"/>
            <a:ext cx="3498300" cy="3139291"/>
          </a:xfrm>
        </p:spPr>
        <p:txBody>
          <a:bodyPr/>
          <a:lstStyle/>
          <a:p>
            <a:r>
              <a:rPr lang="ta-IN" sz="1600" dirty="0"/>
              <a:t>இது உங்களுக்குப் புரிந்ததா?</a:t>
            </a:r>
          </a:p>
          <a:p>
            <a:r>
              <a:rPr lang="ta-IN" sz="1600" dirty="0"/>
              <a:t>உங்கள் தீர்வில் ஏதேனும் விடுபட்ட குறியீட்டைச் சேர்க்கவும்</a:t>
            </a:r>
          </a:p>
          <a:p>
            <a:r>
              <a:rPr lang="ta-IN" sz="1600" dirty="0"/>
              <a:t>நீங்கள் 4 அல்லது 7 வரிகளைச் சேர்க்கத் தேவையில்லை</a:t>
            </a:r>
          </a:p>
          <a:p>
            <a:endParaRPr lang="ta-IN" sz="1600" dirty="0"/>
          </a:p>
          <a:p>
            <a:r>
              <a:rPr lang="ta-IN" sz="1600" dirty="0"/>
              <a:t>இதை முயற்சி செய்து பின்னர் பயிற்சிகளைச் செய்யுங்கள்.</a:t>
            </a:r>
            <a:endParaRPr lang="en-GB" sz="1600" dirty="0"/>
          </a:p>
        </p:txBody>
      </p:sp>
      <p:pic>
        <p:nvPicPr>
          <p:cNvPr id="5" name="Picture 4">
            <a:extLst>
              <a:ext uri="{FF2B5EF4-FFF2-40B4-BE49-F238E27FC236}">
                <a16:creationId xmlns="" xmlns:a16="http://schemas.microsoft.com/office/drawing/2014/main" id="{E9330D73-6A89-ED62-9D1C-422F0876677D}"/>
              </a:ext>
            </a:extLst>
          </p:cNvPr>
          <p:cNvPicPr>
            <a:picLocks noChangeAspect="1"/>
          </p:cNvPicPr>
          <p:nvPr/>
        </p:nvPicPr>
        <p:blipFill>
          <a:blip r:embed="rId2"/>
          <a:stretch>
            <a:fillRect/>
          </a:stretch>
        </p:blipFill>
        <p:spPr>
          <a:xfrm>
            <a:off x="3956002" y="1202251"/>
            <a:ext cx="4820323" cy="1933845"/>
          </a:xfrm>
          <a:prstGeom prst="rect">
            <a:avLst/>
          </a:prstGeom>
        </p:spPr>
      </p:pic>
      <p:sp>
        <p:nvSpPr>
          <p:cNvPr id="4" name="Google Shape;120;p22">
            <a:extLst>
              <a:ext uri="{FF2B5EF4-FFF2-40B4-BE49-F238E27FC236}">
                <a16:creationId xmlns="" xmlns:a16="http://schemas.microsoft.com/office/drawing/2014/main" id="{9BD1BF7A-F878-C8F9-93FB-17A4D5F26C87}"/>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5</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1851830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18CAEF-3763-CE92-546D-4035329DBCA4}"/>
              </a:ext>
            </a:extLst>
          </p:cNvPr>
          <p:cNvSpPr>
            <a:spLocks noGrp="1"/>
          </p:cNvSpPr>
          <p:nvPr>
            <p:ph type="title"/>
          </p:nvPr>
        </p:nvSpPr>
        <p:spPr/>
        <p:txBody>
          <a:bodyPr/>
          <a:lstStyle/>
          <a:p>
            <a:r>
              <a:rPr lang="ta-IN" dirty="0"/>
              <a:t>செயல்பாடு 5 - பதில்கள்</a:t>
            </a:r>
            <a:endParaRPr lang="en-GB" dirty="0"/>
          </a:p>
        </p:txBody>
      </p:sp>
      <p:sp>
        <p:nvSpPr>
          <p:cNvPr id="3" name="Text Placeholder 2">
            <a:extLst>
              <a:ext uri="{FF2B5EF4-FFF2-40B4-BE49-F238E27FC236}">
                <a16:creationId xmlns="" xmlns:a16="http://schemas.microsoft.com/office/drawing/2014/main" id="{5C7BEB26-19F3-C8CB-746D-4AC7CDEE33F8}"/>
              </a:ext>
            </a:extLst>
          </p:cNvPr>
          <p:cNvSpPr>
            <a:spLocks noGrp="1"/>
          </p:cNvSpPr>
          <p:nvPr>
            <p:ph type="body" idx="1"/>
          </p:nvPr>
        </p:nvSpPr>
        <p:spPr/>
        <p:txBody>
          <a:bodyPr/>
          <a:lstStyle/>
          <a:p>
            <a:endParaRPr lang="en-GB" dirty="0"/>
          </a:p>
        </p:txBody>
      </p:sp>
      <p:pic>
        <p:nvPicPr>
          <p:cNvPr id="6" name="Picture 5">
            <a:extLst>
              <a:ext uri="{FF2B5EF4-FFF2-40B4-BE49-F238E27FC236}">
                <a16:creationId xmlns="" xmlns:a16="http://schemas.microsoft.com/office/drawing/2014/main" id="{B18E8511-DA1A-CF80-903D-51D4CDB6800C}"/>
              </a:ext>
            </a:extLst>
          </p:cNvPr>
          <p:cNvPicPr>
            <a:picLocks noChangeAspect="1"/>
          </p:cNvPicPr>
          <p:nvPr/>
        </p:nvPicPr>
        <p:blipFill>
          <a:blip r:embed="rId2"/>
          <a:stretch>
            <a:fillRect/>
          </a:stretch>
        </p:blipFill>
        <p:spPr>
          <a:xfrm>
            <a:off x="311700" y="1152475"/>
            <a:ext cx="4582164" cy="1752845"/>
          </a:xfrm>
          <a:prstGeom prst="rect">
            <a:avLst/>
          </a:prstGeom>
        </p:spPr>
      </p:pic>
      <p:sp>
        <p:nvSpPr>
          <p:cNvPr id="5" name="Google Shape;120;p22">
            <a:extLst>
              <a:ext uri="{FF2B5EF4-FFF2-40B4-BE49-F238E27FC236}">
                <a16:creationId xmlns="" xmlns:a16="http://schemas.microsoft.com/office/drawing/2014/main" id="{124D819B-5A5A-0491-D102-DCA7089A2483}"/>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5</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27863986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18CAEF-3763-CE92-546D-4035329DBCA4}"/>
              </a:ext>
            </a:extLst>
          </p:cNvPr>
          <p:cNvSpPr>
            <a:spLocks noGrp="1"/>
          </p:cNvSpPr>
          <p:nvPr>
            <p:ph type="title"/>
          </p:nvPr>
        </p:nvSpPr>
        <p:spPr/>
        <p:txBody>
          <a:bodyPr/>
          <a:lstStyle/>
          <a:p>
            <a:r>
              <a:rPr lang="ta-IN" dirty="0"/>
              <a:t>செயல்பாடு 5 - பதில்கள்</a:t>
            </a:r>
            <a:endParaRPr lang="en-GB" dirty="0"/>
          </a:p>
        </p:txBody>
      </p:sp>
      <p:sp>
        <p:nvSpPr>
          <p:cNvPr id="3" name="Text Placeholder 2">
            <a:extLst>
              <a:ext uri="{FF2B5EF4-FFF2-40B4-BE49-F238E27FC236}">
                <a16:creationId xmlns="" xmlns:a16="http://schemas.microsoft.com/office/drawing/2014/main" id="{5C7BEB26-19F3-C8CB-746D-4AC7CDEE33F8}"/>
              </a:ext>
            </a:extLst>
          </p:cNvPr>
          <p:cNvSpPr>
            <a:spLocks noGrp="1"/>
          </p:cNvSpPr>
          <p:nvPr>
            <p:ph type="body" idx="1"/>
          </p:nvPr>
        </p:nvSpPr>
        <p:spPr/>
        <p:txBody>
          <a:bodyPr/>
          <a:lstStyle/>
          <a:p>
            <a:endParaRPr lang="en-GB" dirty="0"/>
          </a:p>
        </p:txBody>
      </p:sp>
      <p:pic>
        <p:nvPicPr>
          <p:cNvPr id="8" name="Picture 7">
            <a:extLst>
              <a:ext uri="{FF2B5EF4-FFF2-40B4-BE49-F238E27FC236}">
                <a16:creationId xmlns="" xmlns:a16="http://schemas.microsoft.com/office/drawing/2014/main" id="{90102972-B06F-602B-1A16-07EFDFE55F0B}"/>
              </a:ext>
            </a:extLst>
          </p:cNvPr>
          <p:cNvPicPr>
            <a:picLocks noChangeAspect="1"/>
          </p:cNvPicPr>
          <p:nvPr/>
        </p:nvPicPr>
        <p:blipFill>
          <a:blip r:embed="rId3"/>
          <a:stretch>
            <a:fillRect/>
          </a:stretch>
        </p:blipFill>
        <p:spPr>
          <a:xfrm>
            <a:off x="311700" y="1152475"/>
            <a:ext cx="6754168" cy="2210108"/>
          </a:xfrm>
          <a:prstGeom prst="rect">
            <a:avLst/>
          </a:prstGeom>
        </p:spPr>
      </p:pic>
      <p:sp>
        <p:nvSpPr>
          <p:cNvPr id="5" name="Google Shape;120;p22">
            <a:extLst>
              <a:ext uri="{FF2B5EF4-FFF2-40B4-BE49-F238E27FC236}">
                <a16:creationId xmlns="" xmlns:a16="http://schemas.microsoft.com/office/drawing/2014/main" id="{CAC32D1D-5E25-3222-7598-F2838A12016C}"/>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5</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30103580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4" name="Google Shape;274;p42"/>
          <p:cNvSpPr txBox="1"/>
          <p:nvPr/>
        </p:nvSpPr>
        <p:spPr>
          <a:xfrm>
            <a:off x="311700" y="2305700"/>
            <a:ext cx="8699100" cy="1971600"/>
          </a:xfrm>
          <a:prstGeom prst="rect">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1371600" marR="0" lvl="0" indent="0" algn="l" rtl="0">
              <a:lnSpc>
                <a:spcPct val="100000"/>
              </a:lnSpc>
              <a:spcBef>
                <a:spcPts val="0"/>
              </a:spcBef>
              <a:spcAft>
                <a:spcPts val="0"/>
              </a:spcAft>
              <a:buClr>
                <a:srgbClr val="000000"/>
              </a:buClr>
              <a:buSzPts val="1100"/>
              <a:buFont typeface="Arial"/>
              <a:buNone/>
            </a:pPr>
            <a:endParaRPr sz="1600" b="0" i="0" u="none" strike="noStrike" cap="none">
              <a:solidFill>
                <a:srgbClr val="53585F"/>
              </a:solidFill>
              <a:latin typeface="Arial"/>
              <a:ea typeface="Arial"/>
              <a:cs typeface="Arial"/>
              <a:sym typeface="Arial"/>
            </a:endParaRPr>
          </a:p>
          <a:p>
            <a:pPr marL="0" marR="0" lvl="0" indent="0" algn="l" rtl="0">
              <a:lnSpc>
                <a:spcPct val="100000"/>
              </a:lnSpc>
              <a:spcBef>
                <a:spcPts val="1000"/>
              </a:spcBef>
              <a:spcAft>
                <a:spcPts val="1000"/>
              </a:spcAft>
              <a:buClr>
                <a:srgbClr val="000000"/>
              </a:buClr>
              <a:buSzPts val="1100"/>
              <a:buFont typeface="Arial"/>
              <a:buNone/>
            </a:pPr>
            <a:endParaRPr sz="1600">
              <a:solidFill>
                <a:srgbClr val="53585F"/>
              </a:solidFill>
            </a:endParaRPr>
          </a:p>
        </p:txBody>
      </p:sp>
      <p:sp>
        <p:nvSpPr>
          <p:cNvPr id="271" name="Google Shape;271;p42"/>
          <p:cNvSpPr txBox="1">
            <a:spLocks noGrp="1"/>
          </p:cNvSpPr>
          <p:nvPr>
            <p:ph type="title"/>
          </p:nvPr>
        </p:nvSpPr>
        <p:spPr>
          <a:xfrm>
            <a:off x="311700" y="445025"/>
            <a:ext cx="8520600" cy="572700"/>
          </a:xfrm>
          <a:prstGeom prst="rect">
            <a:avLst/>
          </a:prstGeom>
        </p:spPr>
        <p:txBody>
          <a:bodyPr spcFirstLastPara="1" wrap="square" lIns="59850" tIns="59850" rIns="59850" bIns="59850" anchor="t" anchorCtr="0">
            <a:noAutofit/>
          </a:bodyPr>
          <a:lstStyle/>
          <a:p>
            <a:pPr lvl="0"/>
            <a:r>
              <a:rPr lang="ta-IN" dirty="0"/>
              <a:t>நிறைவு விழா</a:t>
            </a:r>
            <a:endParaRPr dirty="0"/>
          </a:p>
        </p:txBody>
      </p:sp>
      <p:sp>
        <p:nvSpPr>
          <p:cNvPr id="272" name="Google Shape;272;p42"/>
          <p:cNvSpPr txBox="1">
            <a:spLocks noGrp="1"/>
          </p:cNvSpPr>
          <p:nvPr>
            <p:ph type="body" idx="1"/>
          </p:nvPr>
        </p:nvSpPr>
        <p:spPr>
          <a:xfrm>
            <a:off x="311700" y="1020784"/>
            <a:ext cx="7040665" cy="2457053"/>
          </a:xfrm>
          <a:prstGeom prst="rect">
            <a:avLst/>
          </a:prstGeom>
        </p:spPr>
        <p:txBody>
          <a:bodyPr spcFirstLastPara="1" wrap="square" lIns="91425" tIns="91425" rIns="91425" bIns="91425" anchor="t" anchorCtr="0">
            <a:spAutoFit/>
          </a:bodyPr>
          <a:lstStyle/>
          <a:p>
            <a:pPr marL="0" lvl="0" indent="0">
              <a:buNone/>
            </a:pPr>
            <a:r>
              <a:rPr lang="ta-IN" dirty="0"/>
              <a:t>பைத்தானில் </a:t>
            </a:r>
            <a:r>
              <a:rPr lang="en-GB" dirty="0"/>
              <a:t>for loop</a:t>
            </a:r>
            <a:r>
              <a:rPr lang="ta-IN" dirty="0"/>
              <a:t>களை எவ்வாறு பயன்படுத்துவது என்பதைக் கற்றுக்கொண்டோம்:</a:t>
            </a:r>
          </a:p>
          <a:p>
            <a:pPr marL="0" lvl="0" indent="0">
              <a:buNone/>
            </a:pPr>
            <a:endParaRPr lang="ta-IN" dirty="0"/>
          </a:p>
          <a:p>
            <a:pPr marL="0" lvl="0" indent="0">
              <a:buNone/>
            </a:pPr>
            <a:r>
              <a:rPr lang="ta-IN" dirty="0"/>
              <a:t>எண்ணுதல், சரங்கள், பட்டியல்கள் மற்றும் தேர்வு</a:t>
            </a:r>
          </a:p>
          <a:p>
            <a:pPr marL="0" lvl="0" indent="0">
              <a:buNone/>
            </a:pPr>
            <a:endParaRPr lang="ta-IN" dirty="0"/>
          </a:p>
          <a:p>
            <a:pPr marL="0" lvl="0" indent="0">
              <a:buNone/>
            </a:pPr>
            <a:r>
              <a:rPr lang="ta-IN" dirty="0"/>
              <a:t>பெரிய எழுத்து மற்றும் சிறிய எழுத்து உயிரெழுத்துக்களை எண்ண இந்த நிரலை எவ்வாறு மாற்றுவது?</a:t>
            </a:r>
            <a:endParaRPr dirty="0"/>
          </a:p>
        </p:txBody>
      </p:sp>
      <p:sp>
        <p:nvSpPr>
          <p:cNvPr id="275" name="Google Shape;275;p42"/>
          <p:cNvSpPr/>
          <p:nvPr/>
        </p:nvSpPr>
        <p:spPr>
          <a:xfrm rot="-909444">
            <a:off x="7528097" y="1976509"/>
            <a:ext cx="1509815" cy="736217"/>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GB" sz="1700" b="1" i="0" u="none" strike="noStrike" cap="none" dirty="0">
                <a:solidFill>
                  <a:srgbClr val="FFFFFF"/>
                </a:solidFill>
                <a:latin typeface="Arial" panose="020B0604020202020204" pitchFamily="34" charset="0"/>
                <a:ea typeface="Inter"/>
                <a:cs typeface="Arial" panose="020B0604020202020204" pitchFamily="34" charset="0"/>
                <a:sym typeface="Inter"/>
              </a:rPr>
              <a:t>EXIT TICKET</a:t>
            </a:r>
            <a:endParaRPr sz="1700" b="1" i="0" u="none" strike="noStrike" cap="none" dirty="0">
              <a:solidFill>
                <a:srgbClr val="FFFFFF"/>
              </a:solidFill>
              <a:latin typeface="Arial" panose="020B0604020202020204" pitchFamily="34" charset="0"/>
              <a:ea typeface="Inter"/>
              <a:cs typeface="Arial" panose="020B0604020202020204" pitchFamily="34" charset="0"/>
              <a:sym typeface="Inter"/>
            </a:endParaRPr>
          </a:p>
        </p:txBody>
      </p:sp>
      <p:pic>
        <p:nvPicPr>
          <p:cNvPr id="7" name="Picture 6">
            <a:extLst>
              <a:ext uri="{FF2B5EF4-FFF2-40B4-BE49-F238E27FC236}">
                <a16:creationId xmlns="" xmlns:a16="http://schemas.microsoft.com/office/drawing/2014/main" id="{43ED8FE9-A366-8930-A506-ABC34F1A7CF6}"/>
              </a:ext>
            </a:extLst>
          </p:cNvPr>
          <p:cNvPicPr>
            <a:picLocks noChangeAspect="1"/>
          </p:cNvPicPr>
          <p:nvPr/>
        </p:nvPicPr>
        <p:blipFill>
          <a:blip r:embed="rId3"/>
          <a:stretch>
            <a:fillRect/>
          </a:stretch>
        </p:blipFill>
        <p:spPr>
          <a:xfrm>
            <a:off x="4640051" y="3004458"/>
            <a:ext cx="4210035" cy="1085850"/>
          </a:xfrm>
          <a:prstGeom prst="rect">
            <a:avLst/>
          </a:prstGeom>
        </p:spPr>
      </p:pic>
    </p:spTree>
  </p:cSld>
  <p:clrMapOvr>
    <a:masterClrMapping/>
  </p:clrMapOvr>
</p:sld>
</file>

<file path=ppt/theme/theme1.xml><?xml version="1.0" encoding="utf-8"?>
<a:theme xmlns:a="http://schemas.openxmlformats.org/drawingml/2006/main" name="White">
  <a:themeElements>
    <a:clrScheme name="Ocado New Branding">
      <a:dk1>
        <a:srgbClr val="000000"/>
      </a:dk1>
      <a:lt1>
        <a:srgbClr val="FFFFFF"/>
      </a:lt1>
      <a:dk2>
        <a:srgbClr val="626262"/>
      </a:dk2>
      <a:lt2>
        <a:srgbClr val="DCDEE0"/>
      </a:lt2>
      <a:accent1>
        <a:srgbClr val="D841C3"/>
      </a:accent1>
      <a:accent2>
        <a:srgbClr val="13237A"/>
      </a:accent2>
      <a:accent3>
        <a:srgbClr val="FFCE05"/>
      </a:accent3>
      <a:accent4>
        <a:srgbClr val="2633AB"/>
      </a:accent4>
      <a:accent5>
        <a:srgbClr val="F4D1DC"/>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571</TotalTime>
  <Words>824</Words>
  <Application>Microsoft Office PowerPoint</Application>
  <PresentationFormat>On-screen Show (16:9)</PresentationFormat>
  <Paragraphs>160</Paragraphs>
  <Slides>33</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Inter</vt:lpstr>
      <vt:lpstr>Source Sans Pro</vt:lpstr>
      <vt:lpstr>Times New Roman</vt:lpstr>
      <vt:lpstr>Consolas</vt:lpstr>
      <vt:lpstr>Space Grotesk Medium</vt:lpstr>
      <vt:lpstr>Space Grotesk</vt:lpstr>
      <vt:lpstr>Helvetica Neue</vt:lpstr>
      <vt:lpstr>White</vt:lpstr>
      <vt:lpstr>PowerPoint Presentation</vt:lpstr>
      <vt:lpstr>பாடம் தொடங்குபவர்</vt:lpstr>
      <vt:lpstr>பாடம் ஆரம்பிப்பவர்</vt:lpstr>
      <vt:lpstr>செயல்பாடு 1: பைதான் டெனில் உள்ள சுழல்களுக்கு</vt:lpstr>
      <vt:lpstr>பைதான் டெனில் லூப்களுக்குப் பயன்படுத்துதல்</vt:lpstr>
      <vt:lpstr>பைதான் டெனில் சூழல்கள் பயன்படுத்துதல்</vt:lpstr>
      <vt:lpstr>பைதான் டெனில் சுழல்களைப் பயன்படுத்துதல்</vt:lpstr>
      <vt:lpstr>பைதான் டெனில் சூழல்கள் பயன்படுத்துதல்</vt:lpstr>
      <vt:lpstr>செயல்பாடு 2: பைத்தானில் உள்ள சுழல்களுக்கு</vt:lpstr>
      <vt:lpstr>சுழல்களுக்குப் பயன்படுத்துதல்</vt:lpstr>
      <vt:lpstr>சுழல்களுக்குப் பயன்படுத்துதல்</vt:lpstr>
      <vt:lpstr>சுழல்களுக்குப் பயன்படுத்துதல்</vt:lpstr>
      <vt:lpstr>சுழல்களுக்குப் பயன்படுத்துதல்</vt:lpstr>
      <vt:lpstr>சுழல்களுக்குப் பயன்படுத்துதல்</vt:lpstr>
      <vt:lpstr>சுழல்களுக்குப் பயன்படுத்துதல்</vt:lpstr>
      <vt:lpstr>செயல்பாடு 2 - பதில்கள்</vt:lpstr>
      <vt:lpstr>செயல்பாடு 3: சரங்களைக் கொண்ட சுழல்களுக்குப் பயன்படுத்துதல்</vt:lpstr>
      <vt:lpstr>சரங்களைக் கொண்ட சுழல்களுக்குப் பயன்படுத்துதல்</vt:lpstr>
      <vt:lpstr>சரங்களைக் கொண்ட சுழல்களுக்குப் பயன்படுத்துதல்</vt:lpstr>
      <vt:lpstr>செயல்பாடு 3 - பதில்கள்</vt:lpstr>
      <vt:lpstr>செயல்பாடு 4: பட்டியல்களுடன் கூடிய சுழல்களுக்குப் பயன்படுத்துதல்</vt:lpstr>
      <vt:lpstr>பட்டியல்களுடன் கூடிய சுழல்களுக்குப் பயன்படுத்துதல்</vt:lpstr>
      <vt:lpstr>பட்டியல்களுடன் கூடிய சுழல்களுக்குப் பயன்படுத்துதல்</vt:lpstr>
      <vt:lpstr>செயல்பாடு 4 - பதில்கள்</vt:lpstr>
      <vt:lpstr>செயல்பாடு 5: for சூழல்கள்  இல் தேர்வு செய்தல்</vt:lpstr>
      <vt:lpstr>for சூழல்கள்  இல் தேர்வு செய்தல்</vt:lpstr>
      <vt:lpstr>for சூழல்கள்  இல் தேர்வு செய்தல்</vt:lpstr>
      <vt:lpstr>for சூழல்கள்  இல் தேர்வு செய்தல்</vt:lpstr>
      <vt:lpstr>for சூழல்கள்  இல் தேர்வு செய்தல்</vt:lpstr>
      <vt:lpstr>for சூழல்கள்  இல் தேர்வு செய்தல்</vt:lpstr>
      <vt:lpstr>செயல்பாடு 5 - பதில்கள்</vt:lpstr>
      <vt:lpstr>செயல்பாடு 5 - பதில்கள்</vt:lpstr>
      <vt:lpstr>நிறைவு விழா</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Rebecca D</dc:creator>
  <cp:lastModifiedBy>naveen neeyan</cp:lastModifiedBy>
  <cp:revision>25</cp:revision>
  <cp:lastPrinted>2024-07-23T09:40:34Z</cp:lastPrinted>
  <dcterms:modified xsi:type="dcterms:W3CDTF">2025-08-13T05:32:38Z</dcterms:modified>
</cp:coreProperties>
</file>